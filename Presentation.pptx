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8" r:id="rId2"/>
    <p:sldId id="256" r:id="rId3"/>
    <p:sldId id="269" r:id="rId4"/>
    <p:sldId id="257" r:id="rId5"/>
    <p:sldId id="273" r:id="rId6"/>
    <p:sldId id="274" r:id="rId7"/>
    <p:sldId id="272" r:id="rId8"/>
    <p:sldId id="271" r:id="rId9"/>
    <p:sldId id="259" r:id="rId10"/>
    <p:sldId id="260" r:id="rId11"/>
    <p:sldId id="262" r:id="rId12"/>
    <p:sldId id="279" r:id="rId13"/>
    <p:sldId id="267" r:id="rId14"/>
    <p:sldId id="270" r:id="rId15"/>
    <p:sldId id="286" r:id="rId16"/>
    <p:sldId id="287" r:id="rId17"/>
    <p:sldId id="288" r:id="rId18"/>
    <p:sldId id="289" r:id="rId19"/>
    <p:sldId id="290" r:id="rId20"/>
    <p:sldId id="291" r:id="rId21"/>
    <p:sldId id="281" r:id="rId22"/>
    <p:sldId id="292" r:id="rId23"/>
    <p:sldId id="293" r:id="rId24"/>
    <p:sldId id="295" r:id="rId25"/>
    <p:sldId id="296" r:id="rId26"/>
    <p:sldId id="297" r:id="rId27"/>
    <p:sldId id="298" r:id="rId28"/>
    <p:sldId id="299" r:id="rId29"/>
    <p:sldId id="300" r:id="rId30"/>
    <p:sldId id="301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79" autoAdjust="0"/>
    <p:restoredTop sz="94660"/>
  </p:normalViewPr>
  <p:slideViewPr>
    <p:cSldViewPr snapToGrid="0">
      <p:cViewPr varScale="1">
        <p:scale>
          <a:sx n="89" d="100"/>
          <a:sy n="89" d="100"/>
        </p:scale>
        <p:origin x="47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B9FC8E-6420-4720-8CD9-B20D4B93A864}" type="doc">
      <dgm:prSet loTypeId="urn:microsoft.com/office/officeart/2005/8/layout/cycle5" loCatId="cycle" qsTypeId="urn:microsoft.com/office/officeart/2005/8/quickstyle/simple1" qsCatId="simple" csTypeId="urn:microsoft.com/office/officeart/2005/8/colors/colorful4" csCatId="colorful" phldr="1"/>
      <dgm:spPr/>
    </dgm:pt>
    <dgm:pt modelId="{D6BF8FD4-781C-4B4C-BF88-E8DD28EEF0B3}">
      <dgm:prSet phldrT="[Text]" custT="1"/>
      <dgm:spPr/>
      <dgm:t>
        <a:bodyPr/>
        <a:lstStyle/>
        <a:p>
          <a:r>
            <a:rPr lang="en-US" sz="1800" dirty="0"/>
            <a:t>Gathering data</a:t>
          </a:r>
        </a:p>
      </dgm:t>
    </dgm:pt>
    <dgm:pt modelId="{43CE945A-4CA6-459F-80AE-EE6F9F3FA5AF}" type="parTrans" cxnId="{C3263EF2-7CA0-4783-B50E-9C8E5A3CB1B5}">
      <dgm:prSet/>
      <dgm:spPr/>
      <dgm:t>
        <a:bodyPr/>
        <a:lstStyle/>
        <a:p>
          <a:endParaRPr lang="en-US"/>
        </a:p>
      </dgm:t>
    </dgm:pt>
    <dgm:pt modelId="{5EEC76F7-E4E9-4C4C-9784-FC29A976E019}" type="sibTrans" cxnId="{C3263EF2-7CA0-4783-B50E-9C8E5A3CB1B5}">
      <dgm:prSet/>
      <dgm:spPr/>
      <dgm:t>
        <a:bodyPr/>
        <a:lstStyle/>
        <a:p>
          <a:endParaRPr lang="en-US" sz="1400"/>
        </a:p>
      </dgm:t>
    </dgm:pt>
    <dgm:pt modelId="{5B69C34D-7D65-490D-BFB0-7FB7B2CD71A6}">
      <dgm:prSet phldrT="[Text]" custT="1"/>
      <dgm:spPr/>
      <dgm:t>
        <a:bodyPr/>
        <a:lstStyle/>
        <a:p>
          <a:r>
            <a:rPr lang="en-US" sz="1800" dirty="0"/>
            <a:t>Cleaning data</a:t>
          </a:r>
        </a:p>
      </dgm:t>
    </dgm:pt>
    <dgm:pt modelId="{AF490EF6-1AD0-4BA2-BD05-73301C2AED16}" type="parTrans" cxnId="{B9C7DB7F-081C-4AD1-9577-2DDBE0079264}">
      <dgm:prSet/>
      <dgm:spPr/>
      <dgm:t>
        <a:bodyPr/>
        <a:lstStyle/>
        <a:p>
          <a:endParaRPr lang="en-US"/>
        </a:p>
      </dgm:t>
    </dgm:pt>
    <dgm:pt modelId="{60059CA4-517E-47A6-969C-7E575FB2A341}" type="sibTrans" cxnId="{B9C7DB7F-081C-4AD1-9577-2DDBE0079264}">
      <dgm:prSet/>
      <dgm:spPr/>
      <dgm:t>
        <a:bodyPr/>
        <a:lstStyle/>
        <a:p>
          <a:endParaRPr lang="en-US" sz="1400"/>
        </a:p>
      </dgm:t>
    </dgm:pt>
    <dgm:pt modelId="{A0947AA7-8089-4912-8CF1-86C70ECEB5D9}">
      <dgm:prSet phldrT="[Text]" custT="1"/>
      <dgm:spPr/>
      <dgm:t>
        <a:bodyPr/>
        <a:lstStyle/>
        <a:p>
          <a:r>
            <a:rPr lang="en-US" sz="1800" dirty="0"/>
            <a:t>Visualizing data</a:t>
          </a:r>
        </a:p>
      </dgm:t>
    </dgm:pt>
    <dgm:pt modelId="{05B4431C-7866-4A35-B84E-60537EC438FC}" type="parTrans" cxnId="{1EFE4491-CAB1-4E45-9910-71FE2C0F4EEA}">
      <dgm:prSet/>
      <dgm:spPr/>
      <dgm:t>
        <a:bodyPr/>
        <a:lstStyle/>
        <a:p>
          <a:endParaRPr lang="en-US"/>
        </a:p>
      </dgm:t>
    </dgm:pt>
    <dgm:pt modelId="{468A47C5-B7FA-4D17-8806-C95161EF0B09}" type="sibTrans" cxnId="{1EFE4491-CAB1-4E45-9910-71FE2C0F4EEA}">
      <dgm:prSet/>
      <dgm:spPr/>
      <dgm:t>
        <a:bodyPr/>
        <a:lstStyle/>
        <a:p>
          <a:endParaRPr lang="en-US" sz="1400"/>
        </a:p>
      </dgm:t>
    </dgm:pt>
    <dgm:pt modelId="{DE4766D8-A316-4F89-B446-BE4E86274402}">
      <dgm:prSet phldrT="[Text]" custT="1"/>
      <dgm:spPr/>
      <dgm:t>
        <a:bodyPr/>
        <a:lstStyle/>
        <a:p>
          <a:r>
            <a:rPr lang="en-US" sz="1800" dirty="0"/>
            <a:t>Choose a Benchmark model</a:t>
          </a:r>
        </a:p>
      </dgm:t>
    </dgm:pt>
    <dgm:pt modelId="{BFEB42C0-650F-4E2A-B854-0EDCAF084CBF}" type="parTrans" cxnId="{682F44FC-5563-454D-8295-664524C0DBC8}">
      <dgm:prSet/>
      <dgm:spPr/>
      <dgm:t>
        <a:bodyPr/>
        <a:lstStyle/>
        <a:p>
          <a:endParaRPr lang="en-US"/>
        </a:p>
      </dgm:t>
    </dgm:pt>
    <dgm:pt modelId="{8DC2496E-7393-4CB3-B589-AE005795BE34}" type="sibTrans" cxnId="{682F44FC-5563-454D-8295-664524C0DBC8}">
      <dgm:prSet/>
      <dgm:spPr/>
      <dgm:t>
        <a:bodyPr/>
        <a:lstStyle/>
        <a:p>
          <a:endParaRPr lang="en-US" sz="1400"/>
        </a:p>
      </dgm:t>
    </dgm:pt>
    <dgm:pt modelId="{45B5B226-6DBF-44F4-881A-86C3F2CEA3A8}">
      <dgm:prSet phldrT="[Text]" custT="1"/>
      <dgm:spPr/>
      <dgm:t>
        <a:bodyPr/>
        <a:lstStyle/>
        <a:p>
          <a:r>
            <a:rPr lang="en-US" sz="1800" dirty="0"/>
            <a:t>Train and Test the estimator</a:t>
          </a:r>
        </a:p>
      </dgm:t>
    </dgm:pt>
    <dgm:pt modelId="{9D7F75CD-60AA-4161-BFCE-F5C2BE5B9B5B}" type="parTrans" cxnId="{97F6BEDC-7128-4695-8E03-D31C3B8FDFBF}">
      <dgm:prSet/>
      <dgm:spPr/>
      <dgm:t>
        <a:bodyPr/>
        <a:lstStyle/>
        <a:p>
          <a:endParaRPr lang="en-US"/>
        </a:p>
      </dgm:t>
    </dgm:pt>
    <dgm:pt modelId="{845E7E5E-4CB0-4662-B1C5-F298B6260464}" type="sibTrans" cxnId="{97F6BEDC-7128-4695-8E03-D31C3B8FDFBF}">
      <dgm:prSet/>
      <dgm:spPr/>
      <dgm:t>
        <a:bodyPr/>
        <a:lstStyle/>
        <a:p>
          <a:endParaRPr lang="en-US" sz="1400"/>
        </a:p>
      </dgm:t>
    </dgm:pt>
    <dgm:pt modelId="{D125D691-F893-4407-8DA0-F9788CE5A1C9}">
      <dgm:prSet phldrT="[Text]" custT="1"/>
      <dgm:spPr/>
      <dgm:t>
        <a:bodyPr/>
        <a:lstStyle/>
        <a:p>
          <a:r>
            <a:rPr lang="en-US" sz="1800" dirty="0"/>
            <a:t>Evaluate the estimator</a:t>
          </a:r>
        </a:p>
      </dgm:t>
    </dgm:pt>
    <dgm:pt modelId="{6EEE1668-E294-4D87-941A-1743D11185F5}" type="parTrans" cxnId="{3C288ABB-E5D9-42E9-AC68-E1FA30B82C76}">
      <dgm:prSet/>
      <dgm:spPr/>
      <dgm:t>
        <a:bodyPr/>
        <a:lstStyle/>
        <a:p>
          <a:endParaRPr lang="en-US"/>
        </a:p>
      </dgm:t>
    </dgm:pt>
    <dgm:pt modelId="{44617FC1-9177-442B-8005-4EE8E96E11AE}" type="sibTrans" cxnId="{3C288ABB-E5D9-42E9-AC68-E1FA30B82C76}">
      <dgm:prSet/>
      <dgm:spPr/>
      <dgm:t>
        <a:bodyPr/>
        <a:lstStyle/>
        <a:p>
          <a:endParaRPr lang="en-US" sz="1400"/>
        </a:p>
      </dgm:t>
    </dgm:pt>
    <dgm:pt modelId="{FCE7B953-2C4E-42C6-A12D-DCBC295F5FE5}">
      <dgm:prSet phldrT="[Text]" custT="1"/>
      <dgm:spPr/>
      <dgm:t>
        <a:bodyPr/>
        <a:lstStyle/>
        <a:p>
          <a:r>
            <a:rPr lang="en-US" sz="1800" dirty="0"/>
            <a:t>Conclude after modifications</a:t>
          </a:r>
        </a:p>
      </dgm:t>
    </dgm:pt>
    <dgm:pt modelId="{CCA506FA-328A-4F2F-A2BE-857AC0539C18}" type="sibTrans" cxnId="{4E088A75-6EF7-4A98-923E-72EAD2C61D68}">
      <dgm:prSet/>
      <dgm:spPr/>
      <dgm:t>
        <a:bodyPr/>
        <a:lstStyle/>
        <a:p>
          <a:endParaRPr lang="en-US" sz="1400"/>
        </a:p>
      </dgm:t>
    </dgm:pt>
    <dgm:pt modelId="{1C4E1445-2995-4EB8-8083-3B631EC2CC60}" type="parTrans" cxnId="{4E088A75-6EF7-4A98-923E-72EAD2C61D68}">
      <dgm:prSet/>
      <dgm:spPr/>
      <dgm:t>
        <a:bodyPr/>
        <a:lstStyle/>
        <a:p>
          <a:endParaRPr lang="en-US"/>
        </a:p>
      </dgm:t>
    </dgm:pt>
    <dgm:pt modelId="{B344EF26-40D3-44FC-A293-35C91BDF3814}" type="pres">
      <dgm:prSet presAssocID="{ABB9FC8E-6420-4720-8CD9-B20D4B93A864}" presName="cycle" presStyleCnt="0">
        <dgm:presLayoutVars>
          <dgm:dir/>
          <dgm:resizeHandles val="exact"/>
        </dgm:presLayoutVars>
      </dgm:prSet>
      <dgm:spPr/>
    </dgm:pt>
    <dgm:pt modelId="{078121F9-6076-4CDE-820C-F43645CB1DC0}" type="pres">
      <dgm:prSet presAssocID="{D6BF8FD4-781C-4B4C-BF88-E8DD28EEF0B3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0E7A1DD-9388-4A04-BE99-9ACBB3178CBA}" type="pres">
      <dgm:prSet presAssocID="{D6BF8FD4-781C-4B4C-BF88-E8DD28EEF0B3}" presName="spNode" presStyleCnt="0"/>
      <dgm:spPr/>
    </dgm:pt>
    <dgm:pt modelId="{C0124385-A21B-4202-BFCD-0D4FD9BFC260}" type="pres">
      <dgm:prSet presAssocID="{5EEC76F7-E4E9-4C4C-9784-FC29A976E019}" presName="sibTrans" presStyleLbl="sibTrans1D1" presStyleIdx="0" presStyleCnt="7"/>
      <dgm:spPr/>
      <dgm:t>
        <a:bodyPr/>
        <a:lstStyle/>
        <a:p>
          <a:endParaRPr lang="en-US"/>
        </a:p>
      </dgm:t>
    </dgm:pt>
    <dgm:pt modelId="{5A634819-D6BF-42DA-8B1E-C0370D4A22FB}" type="pres">
      <dgm:prSet presAssocID="{5B69C34D-7D65-490D-BFB0-7FB7B2CD71A6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F4A834-05EA-4D07-99E0-EF661E821FAE}" type="pres">
      <dgm:prSet presAssocID="{5B69C34D-7D65-490D-BFB0-7FB7B2CD71A6}" presName="spNode" presStyleCnt="0"/>
      <dgm:spPr/>
    </dgm:pt>
    <dgm:pt modelId="{29D4C66A-2310-4943-A32A-E301D6FCF9C0}" type="pres">
      <dgm:prSet presAssocID="{60059CA4-517E-47A6-969C-7E575FB2A341}" presName="sibTrans" presStyleLbl="sibTrans1D1" presStyleIdx="1" presStyleCnt="7"/>
      <dgm:spPr/>
      <dgm:t>
        <a:bodyPr/>
        <a:lstStyle/>
        <a:p>
          <a:endParaRPr lang="en-US"/>
        </a:p>
      </dgm:t>
    </dgm:pt>
    <dgm:pt modelId="{3A34F33D-3209-4AD5-9C2D-B10236C4AFC3}" type="pres">
      <dgm:prSet presAssocID="{A0947AA7-8089-4912-8CF1-86C70ECEB5D9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D9C9E5C-D147-408E-8A80-140584C49399}" type="pres">
      <dgm:prSet presAssocID="{A0947AA7-8089-4912-8CF1-86C70ECEB5D9}" presName="spNode" presStyleCnt="0"/>
      <dgm:spPr/>
    </dgm:pt>
    <dgm:pt modelId="{1DD520A5-2C81-4F9B-9580-A6E2520855BB}" type="pres">
      <dgm:prSet presAssocID="{468A47C5-B7FA-4D17-8806-C95161EF0B09}" presName="sibTrans" presStyleLbl="sibTrans1D1" presStyleIdx="2" presStyleCnt="7"/>
      <dgm:spPr/>
      <dgm:t>
        <a:bodyPr/>
        <a:lstStyle/>
        <a:p>
          <a:endParaRPr lang="en-US"/>
        </a:p>
      </dgm:t>
    </dgm:pt>
    <dgm:pt modelId="{34AA231B-B5A6-4E1E-9B8E-759231646F3C}" type="pres">
      <dgm:prSet presAssocID="{DE4766D8-A316-4F89-B446-BE4E86274402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4475FA9-F649-49B9-97C0-95AF9C3DDD2B}" type="pres">
      <dgm:prSet presAssocID="{DE4766D8-A316-4F89-B446-BE4E86274402}" presName="spNode" presStyleCnt="0"/>
      <dgm:spPr/>
    </dgm:pt>
    <dgm:pt modelId="{E98EAC42-369B-4F5C-8B6A-40D5652952E5}" type="pres">
      <dgm:prSet presAssocID="{8DC2496E-7393-4CB3-B589-AE005795BE34}" presName="sibTrans" presStyleLbl="sibTrans1D1" presStyleIdx="3" presStyleCnt="7"/>
      <dgm:spPr/>
      <dgm:t>
        <a:bodyPr/>
        <a:lstStyle/>
        <a:p>
          <a:endParaRPr lang="en-US"/>
        </a:p>
      </dgm:t>
    </dgm:pt>
    <dgm:pt modelId="{D6D0029A-5763-4AEB-8B13-4CBD6D36A0A1}" type="pres">
      <dgm:prSet presAssocID="{45B5B226-6DBF-44F4-881A-86C3F2CEA3A8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65CE1CC-1553-469A-9385-B46B1D36E8EB}" type="pres">
      <dgm:prSet presAssocID="{45B5B226-6DBF-44F4-881A-86C3F2CEA3A8}" presName="spNode" presStyleCnt="0"/>
      <dgm:spPr/>
    </dgm:pt>
    <dgm:pt modelId="{D9977922-4B02-43E8-AD7E-413D47837B38}" type="pres">
      <dgm:prSet presAssocID="{845E7E5E-4CB0-4662-B1C5-F298B6260464}" presName="sibTrans" presStyleLbl="sibTrans1D1" presStyleIdx="4" presStyleCnt="7"/>
      <dgm:spPr/>
      <dgm:t>
        <a:bodyPr/>
        <a:lstStyle/>
        <a:p>
          <a:endParaRPr lang="en-US"/>
        </a:p>
      </dgm:t>
    </dgm:pt>
    <dgm:pt modelId="{5E502ED9-3D95-4908-B25D-64C803DEDBF9}" type="pres">
      <dgm:prSet presAssocID="{D125D691-F893-4407-8DA0-F9788CE5A1C9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65680C-4124-45AD-96B8-577B1CAD6599}" type="pres">
      <dgm:prSet presAssocID="{D125D691-F893-4407-8DA0-F9788CE5A1C9}" presName="spNode" presStyleCnt="0"/>
      <dgm:spPr/>
    </dgm:pt>
    <dgm:pt modelId="{9139FFAA-B6B1-43EA-80C4-0EF0F178AB3F}" type="pres">
      <dgm:prSet presAssocID="{44617FC1-9177-442B-8005-4EE8E96E11AE}" presName="sibTrans" presStyleLbl="sibTrans1D1" presStyleIdx="5" presStyleCnt="7"/>
      <dgm:spPr/>
      <dgm:t>
        <a:bodyPr/>
        <a:lstStyle/>
        <a:p>
          <a:endParaRPr lang="en-US"/>
        </a:p>
      </dgm:t>
    </dgm:pt>
    <dgm:pt modelId="{93FC095C-D26C-4989-9648-305A2699C134}" type="pres">
      <dgm:prSet presAssocID="{FCE7B953-2C4E-42C6-A12D-DCBC295F5FE5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50CCC15-E684-4BF5-B364-D74972EE015B}" type="pres">
      <dgm:prSet presAssocID="{FCE7B953-2C4E-42C6-A12D-DCBC295F5FE5}" presName="spNode" presStyleCnt="0"/>
      <dgm:spPr/>
    </dgm:pt>
    <dgm:pt modelId="{CCFDC4EB-0F2A-47C5-8417-3E7D77054DF6}" type="pres">
      <dgm:prSet presAssocID="{CCA506FA-328A-4F2F-A2BE-857AC0539C18}" presName="sibTrans" presStyleLbl="sibTrans1D1" presStyleIdx="6" presStyleCnt="7"/>
      <dgm:spPr/>
      <dgm:t>
        <a:bodyPr/>
        <a:lstStyle/>
        <a:p>
          <a:endParaRPr lang="en-US"/>
        </a:p>
      </dgm:t>
    </dgm:pt>
  </dgm:ptLst>
  <dgm:cxnLst>
    <dgm:cxn modelId="{B693A78C-68D5-438F-B48F-D59A615FA6CE}" type="presOf" srcId="{ABB9FC8E-6420-4720-8CD9-B20D4B93A864}" destId="{B344EF26-40D3-44FC-A293-35C91BDF3814}" srcOrd="0" destOrd="0" presId="urn:microsoft.com/office/officeart/2005/8/layout/cycle5"/>
    <dgm:cxn modelId="{063F6E3B-3CB3-46D2-A2D3-0A01A768192D}" type="presOf" srcId="{CCA506FA-328A-4F2F-A2BE-857AC0539C18}" destId="{CCFDC4EB-0F2A-47C5-8417-3E7D77054DF6}" srcOrd="0" destOrd="0" presId="urn:microsoft.com/office/officeart/2005/8/layout/cycle5"/>
    <dgm:cxn modelId="{306265F8-8E0E-4F73-9B5A-E5ECA9963203}" type="presOf" srcId="{D125D691-F893-4407-8DA0-F9788CE5A1C9}" destId="{5E502ED9-3D95-4908-B25D-64C803DEDBF9}" srcOrd="0" destOrd="0" presId="urn:microsoft.com/office/officeart/2005/8/layout/cycle5"/>
    <dgm:cxn modelId="{0BA5B711-D01D-4AE9-806A-CAEF6DE32C0B}" type="presOf" srcId="{468A47C5-B7FA-4D17-8806-C95161EF0B09}" destId="{1DD520A5-2C81-4F9B-9580-A6E2520855BB}" srcOrd="0" destOrd="0" presId="urn:microsoft.com/office/officeart/2005/8/layout/cycle5"/>
    <dgm:cxn modelId="{653DBB36-808D-4F3B-8B4F-E20746E59E3B}" type="presOf" srcId="{A0947AA7-8089-4912-8CF1-86C70ECEB5D9}" destId="{3A34F33D-3209-4AD5-9C2D-B10236C4AFC3}" srcOrd="0" destOrd="0" presId="urn:microsoft.com/office/officeart/2005/8/layout/cycle5"/>
    <dgm:cxn modelId="{2B3CC012-00F4-470C-9B75-8C5F572F9EA8}" type="presOf" srcId="{845E7E5E-4CB0-4662-B1C5-F298B6260464}" destId="{D9977922-4B02-43E8-AD7E-413D47837B38}" srcOrd="0" destOrd="0" presId="urn:microsoft.com/office/officeart/2005/8/layout/cycle5"/>
    <dgm:cxn modelId="{4E088A75-6EF7-4A98-923E-72EAD2C61D68}" srcId="{ABB9FC8E-6420-4720-8CD9-B20D4B93A864}" destId="{FCE7B953-2C4E-42C6-A12D-DCBC295F5FE5}" srcOrd="6" destOrd="0" parTransId="{1C4E1445-2995-4EB8-8083-3B631EC2CC60}" sibTransId="{CCA506FA-328A-4F2F-A2BE-857AC0539C18}"/>
    <dgm:cxn modelId="{1FB647EE-8E0A-496E-9023-111208A6590A}" type="presOf" srcId="{45B5B226-6DBF-44F4-881A-86C3F2CEA3A8}" destId="{D6D0029A-5763-4AEB-8B13-4CBD6D36A0A1}" srcOrd="0" destOrd="0" presId="urn:microsoft.com/office/officeart/2005/8/layout/cycle5"/>
    <dgm:cxn modelId="{A85CBBD6-A92B-4034-A965-8D37CD90EC49}" type="presOf" srcId="{44617FC1-9177-442B-8005-4EE8E96E11AE}" destId="{9139FFAA-B6B1-43EA-80C4-0EF0F178AB3F}" srcOrd="0" destOrd="0" presId="urn:microsoft.com/office/officeart/2005/8/layout/cycle5"/>
    <dgm:cxn modelId="{044FA8DC-5A4D-4DBB-A7FE-F7CA782589D3}" type="presOf" srcId="{D6BF8FD4-781C-4B4C-BF88-E8DD28EEF0B3}" destId="{078121F9-6076-4CDE-820C-F43645CB1DC0}" srcOrd="0" destOrd="0" presId="urn:microsoft.com/office/officeart/2005/8/layout/cycle5"/>
    <dgm:cxn modelId="{1EFE4491-CAB1-4E45-9910-71FE2C0F4EEA}" srcId="{ABB9FC8E-6420-4720-8CD9-B20D4B93A864}" destId="{A0947AA7-8089-4912-8CF1-86C70ECEB5D9}" srcOrd="2" destOrd="0" parTransId="{05B4431C-7866-4A35-B84E-60537EC438FC}" sibTransId="{468A47C5-B7FA-4D17-8806-C95161EF0B09}"/>
    <dgm:cxn modelId="{8D33C96C-BCD9-47F4-B43D-57A1B1EC7A87}" type="presOf" srcId="{8DC2496E-7393-4CB3-B589-AE005795BE34}" destId="{E98EAC42-369B-4F5C-8B6A-40D5652952E5}" srcOrd="0" destOrd="0" presId="urn:microsoft.com/office/officeart/2005/8/layout/cycle5"/>
    <dgm:cxn modelId="{5AB9600B-0079-47D2-8FD6-1C0D2D01A324}" type="presOf" srcId="{5B69C34D-7D65-490D-BFB0-7FB7B2CD71A6}" destId="{5A634819-D6BF-42DA-8B1E-C0370D4A22FB}" srcOrd="0" destOrd="0" presId="urn:microsoft.com/office/officeart/2005/8/layout/cycle5"/>
    <dgm:cxn modelId="{6E339564-714F-4B4A-85E5-00F986BA1857}" type="presOf" srcId="{60059CA4-517E-47A6-969C-7E575FB2A341}" destId="{29D4C66A-2310-4943-A32A-E301D6FCF9C0}" srcOrd="0" destOrd="0" presId="urn:microsoft.com/office/officeart/2005/8/layout/cycle5"/>
    <dgm:cxn modelId="{5519C65A-607C-4EAE-B0EE-BF89A320BEAA}" type="presOf" srcId="{DE4766D8-A316-4F89-B446-BE4E86274402}" destId="{34AA231B-B5A6-4E1E-9B8E-759231646F3C}" srcOrd="0" destOrd="0" presId="urn:microsoft.com/office/officeart/2005/8/layout/cycle5"/>
    <dgm:cxn modelId="{682F44FC-5563-454D-8295-664524C0DBC8}" srcId="{ABB9FC8E-6420-4720-8CD9-B20D4B93A864}" destId="{DE4766D8-A316-4F89-B446-BE4E86274402}" srcOrd="3" destOrd="0" parTransId="{BFEB42C0-650F-4E2A-B854-0EDCAF084CBF}" sibTransId="{8DC2496E-7393-4CB3-B589-AE005795BE34}"/>
    <dgm:cxn modelId="{99175132-A08F-4020-881E-18658A91FC48}" type="presOf" srcId="{5EEC76F7-E4E9-4C4C-9784-FC29A976E019}" destId="{C0124385-A21B-4202-BFCD-0D4FD9BFC260}" srcOrd="0" destOrd="0" presId="urn:microsoft.com/office/officeart/2005/8/layout/cycle5"/>
    <dgm:cxn modelId="{C3263EF2-7CA0-4783-B50E-9C8E5A3CB1B5}" srcId="{ABB9FC8E-6420-4720-8CD9-B20D4B93A864}" destId="{D6BF8FD4-781C-4B4C-BF88-E8DD28EEF0B3}" srcOrd="0" destOrd="0" parTransId="{43CE945A-4CA6-459F-80AE-EE6F9F3FA5AF}" sibTransId="{5EEC76F7-E4E9-4C4C-9784-FC29A976E019}"/>
    <dgm:cxn modelId="{97F6BEDC-7128-4695-8E03-D31C3B8FDFBF}" srcId="{ABB9FC8E-6420-4720-8CD9-B20D4B93A864}" destId="{45B5B226-6DBF-44F4-881A-86C3F2CEA3A8}" srcOrd="4" destOrd="0" parTransId="{9D7F75CD-60AA-4161-BFCE-F5C2BE5B9B5B}" sibTransId="{845E7E5E-4CB0-4662-B1C5-F298B6260464}"/>
    <dgm:cxn modelId="{3C288ABB-E5D9-42E9-AC68-E1FA30B82C76}" srcId="{ABB9FC8E-6420-4720-8CD9-B20D4B93A864}" destId="{D125D691-F893-4407-8DA0-F9788CE5A1C9}" srcOrd="5" destOrd="0" parTransId="{6EEE1668-E294-4D87-941A-1743D11185F5}" sibTransId="{44617FC1-9177-442B-8005-4EE8E96E11AE}"/>
    <dgm:cxn modelId="{B9C7DB7F-081C-4AD1-9577-2DDBE0079264}" srcId="{ABB9FC8E-6420-4720-8CD9-B20D4B93A864}" destId="{5B69C34D-7D65-490D-BFB0-7FB7B2CD71A6}" srcOrd="1" destOrd="0" parTransId="{AF490EF6-1AD0-4BA2-BD05-73301C2AED16}" sibTransId="{60059CA4-517E-47A6-969C-7E575FB2A341}"/>
    <dgm:cxn modelId="{0201234E-0327-469D-8D10-50EA464893B3}" type="presOf" srcId="{FCE7B953-2C4E-42C6-A12D-DCBC295F5FE5}" destId="{93FC095C-D26C-4989-9648-305A2699C134}" srcOrd="0" destOrd="0" presId="urn:microsoft.com/office/officeart/2005/8/layout/cycle5"/>
    <dgm:cxn modelId="{AC0F9968-B73D-4B0A-8468-3142A5B4DE27}" type="presParOf" srcId="{B344EF26-40D3-44FC-A293-35C91BDF3814}" destId="{078121F9-6076-4CDE-820C-F43645CB1DC0}" srcOrd="0" destOrd="0" presId="urn:microsoft.com/office/officeart/2005/8/layout/cycle5"/>
    <dgm:cxn modelId="{6E31FFAA-E5E6-4771-9D1E-9C573D8F770D}" type="presParOf" srcId="{B344EF26-40D3-44FC-A293-35C91BDF3814}" destId="{B0E7A1DD-9388-4A04-BE99-9ACBB3178CBA}" srcOrd="1" destOrd="0" presId="urn:microsoft.com/office/officeart/2005/8/layout/cycle5"/>
    <dgm:cxn modelId="{A78086BC-AB74-4EED-B58D-645E337ECFC1}" type="presParOf" srcId="{B344EF26-40D3-44FC-A293-35C91BDF3814}" destId="{C0124385-A21B-4202-BFCD-0D4FD9BFC260}" srcOrd="2" destOrd="0" presId="urn:microsoft.com/office/officeart/2005/8/layout/cycle5"/>
    <dgm:cxn modelId="{5589E27D-B577-4F2D-915A-7DE618309EF5}" type="presParOf" srcId="{B344EF26-40D3-44FC-A293-35C91BDF3814}" destId="{5A634819-D6BF-42DA-8B1E-C0370D4A22FB}" srcOrd="3" destOrd="0" presId="urn:microsoft.com/office/officeart/2005/8/layout/cycle5"/>
    <dgm:cxn modelId="{AF60CDCF-43CC-4314-82F1-F9A88B947930}" type="presParOf" srcId="{B344EF26-40D3-44FC-A293-35C91BDF3814}" destId="{EAF4A834-05EA-4D07-99E0-EF661E821FAE}" srcOrd="4" destOrd="0" presId="urn:microsoft.com/office/officeart/2005/8/layout/cycle5"/>
    <dgm:cxn modelId="{E0295318-1C66-4795-B0EE-1C9C96728A65}" type="presParOf" srcId="{B344EF26-40D3-44FC-A293-35C91BDF3814}" destId="{29D4C66A-2310-4943-A32A-E301D6FCF9C0}" srcOrd="5" destOrd="0" presId="urn:microsoft.com/office/officeart/2005/8/layout/cycle5"/>
    <dgm:cxn modelId="{8027EDCE-799A-4027-BD0D-A2B0FE09D060}" type="presParOf" srcId="{B344EF26-40D3-44FC-A293-35C91BDF3814}" destId="{3A34F33D-3209-4AD5-9C2D-B10236C4AFC3}" srcOrd="6" destOrd="0" presId="urn:microsoft.com/office/officeart/2005/8/layout/cycle5"/>
    <dgm:cxn modelId="{B44C9056-7E4E-48FA-A783-EDF74261067D}" type="presParOf" srcId="{B344EF26-40D3-44FC-A293-35C91BDF3814}" destId="{2D9C9E5C-D147-408E-8A80-140584C49399}" srcOrd="7" destOrd="0" presId="urn:microsoft.com/office/officeart/2005/8/layout/cycle5"/>
    <dgm:cxn modelId="{9AE2D7F6-D1CC-4ED5-9B26-A352D9E17671}" type="presParOf" srcId="{B344EF26-40D3-44FC-A293-35C91BDF3814}" destId="{1DD520A5-2C81-4F9B-9580-A6E2520855BB}" srcOrd="8" destOrd="0" presId="urn:microsoft.com/office/officeart/2005/8/layout/cycle5"/>
    <dgm:cxn modelId="{1AB28F87-47D3-40E4-80F2-CDA9052A497E}" type="presParOf" srcId="{B344EF26-40D3-44FC-A293-35C91BDF3814}" destId="{34AA231B-B5A6-4E1E-9B8E-759231646F3C}" srcOrd="9" destOrd="0" presId="urn:microsoft.com/office/officeart/2005/8/layout/cycle5"/>
    <dgm:cxn modelId="{A10920BA-7529-4A81-BAE5-6386F4F0EBFA}" type="presParOf" srcId="{B344EF26-40D3-44FC-A293-35C91BDF3814}" destId="{04475FA9-F649-49B9-97C0-95AF9C3DDD2B}" srcOrd="10" destOrd="0" presId="urn:microsoft.com/office/officeart/2005/8/layout/cycle5"/>
    <dgm:cxn modelId="{C72622AE-D173-4578-A374-50583CB4B36B}" type="presParOf" srcId="{B344EF26-40D3-44FC-A293-35C91BDF3814}" destId="{E98EAC42-369B-4F5C-8B6A-40D5652952E5}" srcOrd="11" destOrd="0" presId="urn:microsoft.com/office/officeart/2005/8/layout/cycle5"/>
    <dgm:cxn modelId="{4059D862-B167-4E62-9604-315A69C781F3}" type="presParOf" srcId="{B344EF26-40D3-44FC-A293-35C91BDF3814}" destId="{D6D0029A-5763-4AEB-8B13-4CBD6D36A0A1}" srcOrd="12" destOrd="0" presId="urn:microsoft.com/office/officeart/2005/8/layout/cycle5"/>
    <dgm:cxn modelId="{6D05651B-6167-4743-8CC1-43FACD831C09}" type="presParOf" srcId="{B344EF26-40D3-44FC-A293-35C91BDF3814}" destId="{365CE1CC-1553-469A-9385-B46B1D36E8EB}" srcOrd="13" destOrd="0" presId="urn:microsoft.com/office/officeart/2005/8/layout/cycle5"/>
    <dgm:cxn modelId="{6AFBA32E-0C67-4DF7-BBE9-52A8D130F8A4}" type="presParOf" srcId="{B344EF26-40D3-44FC-A293-35C91BDF3814}" destId="{D9977922-4B02-43E8-AD7E-413D47837B38}" srcOrd="14" destOrd="0" presId="urn:microsoft.com/office/officeart/2005/8/layout/cycle5"/>
    <dgm:cxn modelId="{1EF9BB03-DB57-448B-8515-B7153EE0B855}" type="presParOf" srcId="{B344EF26-40D3-44FC-A293-35C91BDF3814}" destId="{5E502ED9-3D95-4908-B25D-64C803DEDBF9}" srcOrd="15" destOrd="0" presId="urn:microsoft.com/office/officeart/2005/8/layout/cycle5"/>
    <dgm:cxn modelId="{D0E487C8-8BAC-4D10-9E63-9BEC34FA410A}" type="presParOf" srcId="{B344EF26-40D3-44FC-A293-35C91BDF3814}" destId="{7365680C-4124-45AD-96B8-577B1CAD6599}" srcOrd="16" destOrd="0" presId="urn:microsoft.com/office/officeart/2005/8/layout/cycle5"/>
    <dgm:cxn modelId="{5C3B0C1C-7820-473A-BB3A-95288BB7FF17}" type="presParOf" srcId="{B344EF26-40D3-44FC-A293-35C91BDF3814}" destId="{9139FFAA-B6B1-43EA-80C4-0EF0F178AB3F}" srcOrd="17" destOrd="0" presId="urn:microsoft.com/office/officeart/2005/8/layout/cycle5"/>
    <dgm:cxn modelId="{2B2FA005-E4B9-4050-9D8C-DFAF101C5019}" type="presParOf" srcId="{B344EF26-40D3-44FC-A293-35C91BDF3814}" destId="{93FC095C-D26C-4989-9648-305A2699C134}" srcOrd="18" destOrd="0" presId="urn:microsoft.com/office/officeart/2005/8/layout/cycle5"/>
    <dgm:cxn modelId="{FBBA0B6B-8559-4C36-9345-5EB2802B5744}" type="presParOf" srcId="{B344EF26-40D3-44FC-A293-35C91BDF3814}" destId="{250CCC15-E684-4BF5-B364-D74972EE015B}" srcOrd="19" destOrd="0" presId="urn:microsoft.com/office/officeart/2005/8/layout/cycle5"/>
    <dgm:cxn modelId="{7F3D8FF5-87DE-45CD-BB84-1C0F39873B68}" type="presParOf" srcId="{B344EF26-40D3-44FC-A293-35C91BDF3814}" destId="{CCFDC4EB-0F2A-47C5-8417-3E7D77054DF6}" srcOrd="20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8121F9-6076-4CDE-820C-F43645CB1DC0}">
      <dsp:nvSpPr>
        <dsp:cNvPr id="0" name=""/>
        <dsp:cNvSpPr/>
      </dsp:nvSpPr>
      <dsp:spPr>
        <a:xfrm>
          <a:off x="4135602" y="3158"/>
          <a:ext cx="1469696" cy="95530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/>
            <a:t>Gathering data</a:t>
          </a:r>
        </a:p>
      </dsp:txBody>
      <dsp:txXfrm>
        <a:off x="4182236" y="49792"/>
        <a:ext cx="1376428" cy="862034"/>
      </dsp:txXfrm>
    </dsp:sp>
    <dsp:sp modelId="{C0124385-A21B-4202-BFCD-0D4FD9BFC260}">
      <dsp:nvSpPr>
        <dsp:cNvPr id="0" name=""/>
        <dsp:cNvSpPr/>
      </dsp:nvSpPr>
      <dsp:spPr>
        <a:xfrm>
          <a:off x="2146771" y="480810"/>
          <a:ext cx="5447357" cy="5447357"/>
        </a:xfrm>
        <a:custGeom>
          <a:avLst/>
          <a:gdLst/>
          <a:ahLst/>
          <a:cxnLst/>
          <a:rect l="0" t="0" r="0" b="0"/>
          <a:pathLst>
            <a:path>
              <a:moveTo>
                <a:pt x="3650452" y="162523"/>
              </a:moveTo>
              <a:arcTo wR="2723678" hR="2723678" stAng="17393582" swAng="770696"/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634819-D6BF-42DA-8B1E-C0370D4A22FB}">
      <dsp:nvSpPr>
        <dsp:cNvPr id="0" name=""/>
        <dsp:cNvSpPr/>
      </dsp:nvSpPr>
      <dsp:spPr>
        <a:xfrm>
          <a:off x="6265060" y="1028651"/>
          <a:ext cx="1469696" cy="955302"/>
        </a:xfrm>
        <a:prstGeom prst="roundRect">
          <a:avLst/>
        </a:prstGeom>
        <a:solidFill>
          <a:schemeClr val="accent4">
            <a:hueOff val="-1378643"/>
            <a:satOff val="7741"/>
            <a:lumOff val="-35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/>
            <a:t>Cleaning data</a:t>
          </a:r>
        </a:p>
      </dsp:txBody>
      <dsp:txXfrm>
        <a:off x="6311694" y="1075285"/>
        <a:ext cx="1376428" cy="862034"/>
      </dsp:txXfrm>
    </dsp:sp>
    <dsp:sp modelId="{29D4C66A-2310-4943-A32A-E301D6FCF9C0}">
      <dsp:nvSpPr>
        <dsp:cNvPr id="0" name=""/>
        <dsp:cNvSpPr/>
      </dsp:nvSpPr>
      <dsp:spPr>
        <a:xfrm>
          <a:off x="2146771" y="480810"/>
          <a:ext cx="5447357" cy="5447357"/>
        </a:xfrm>
        <a:custGeom>
          <a:avLst/>
          <a:gdLst/>
          <a:ahLst/>
          <a:cxnLst/>
          <a:rect l="0" t="0" r="0" b="0"/>
          <a:pathLst>
            <a:path>
              <a:moveTo>
                <a:pt x="5269475" y="1755513"/>
              </a:moveTo>
              <a:arcTo wR="2723678" hR="2723678" stAng="20350692" swAng="1063382"/>
            </a:path>
          </a:pathLst>
        </a:custGeom>
        <a:noFill/>
        <a:ln w="9525" cap="flat" cmpd="sng" algn="ctr">
          <a:solidFill>
            <a:schemeClr val="accent4">
              <a:hueOff val="-1378643"/>
              <a:satOff val="7741"/>
              <a:lumOff val="-35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34F33D-3209-4AD5-9C2D-B10236C4AFC3}">
      <dsp:nvSpPr>
        <dsp:cNvPr id="0" name=""/>
        <dsp:cNvSpPr/>
      </dsp:nvSpPr>
      <dsp:spPr>
        <a:xfrm>
          <a:off x="6790992" y="3332913"/>
          <a:ext cx="1469696" cy="955302"/>
        </a:xfrm>
        <a:prstGeom prst="roundRect">
          <a:avLst/>
        </a:prstGeom>
        <a:solidFill>
          <a:schemeClr val="accent4">
            <a:hueOff val="-2757287"/>
            <a:satOff val="15482"/>
            <a:lumOff val="-71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/>
            <a:t>Visualizing data</a:t>
          </a:r>
        </a:p>
      </dsp:txBody>
      <dsp:txXfrm>
        <a:off x="6837626" y="3379547"/>
        <a:ext cx="1376428" cy="862034"/>
      </dsp:txXfrm>
    </dsp:sp>
    <dsp:sp modelId="{1DD520A5-2C81-4F9B-9580-A6E2520855BB}">
      <dsp:nvSpPr>
        <dsp:cNvPr id="0" name=""/>
        <dsp:cNvSpPr/>
      </dsp:nvSpPr>
      <dsp:spPr>
        <a:xfrm>
          <a:off x="2146771" y="480810"/>
          <a:ext cx="5447357" cy="5447357"/>
        </a:xfrm>
        <a:custGeom>
          <a:avLst/>
          <a:gdLst/>
          <a:ahLst/>
          <a:cxnLst/>
          <a:rect l="0" t="0" r="0" b="0"/>
          <a:pathLst>
            <a:path>
              <a:moveTo>
                <a:pt x="5127880" y="4003616"/>
              </a:moveTo>
              <a:arcTo wR="2723678" hR="2723678" stAng="1681784" swAng="834337"/>
            </a:path>
          </a:pathLst>
        </a:custGeom>
        <a:noFill/>
        <a:ln w="9525" cap="flat" cmpd="sng" algn="ctr">
          <a:solidFill>
            <a:schemeClr val="accent4">
              <a:hueOff val="-2757287"/>
              <a:satOff val="15482"/>
              <a:lumOff val="-71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AA231B-B5A6-4E1E-9B8E-759231646F3C}">
      <dsp:nvSpPr>
        <dsp:cNvPr id="0" name=""/>
        <dsp:cNvSpPr/>
      </dsp:nvSpPr>
      <dsp:spPr>
        <a:xfrm>
          <a:off x="5317362" y="5180787"/>
          <a:ext cx="1469696" cy="955302"/>
        </a:xfrm>
        <a:prstGeom prst="roundRect">
          <a:avLst/>
        </a:prstGeom>
        <a:solidFill>
          <a:schemeClr val="accent4">
            <a:hueOff val="-4135930"/>
            <a:satOff val="23223"/>
            <a:lumOff val="-107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/>
            <a:t>Choose a Benchmark model</a:t>
          </a:r>
        </a:p>
      </dsp:txBody>
      <dsp:txXfrm>
        <a:off x="5363996" y="5227421"/>
        <a:ext cx="1376428" cy="862034"/>
      </dsp:txXfrm>
    </dsp:sp>
    <dsp:sp modelId="{E98EAC42-369B-4F5C-8B6A-40D5652952E5}">
      <dsp:nvSpPr>
        <dsp:cNvPr id="0" name=""/>
        <dsp:cNvSpPr/>
      </dsp:nvSpPr>
      <dsp:spPr>
        <a:xfrm>
          <a:off x="2146771" y="480810"/>
          <a:ext cx="5447357" cy="5447357"/>
        </a:xfrm>
        <a:custGeom>
          <a:avLst/>
          <a:gdLst/>
          <a:ahLst/>
          <a:cxnLst/>
          <a:rect l="0" t="0" r="0" b="0"/>
          <a:pathLst>
            <a:path>
              <a:moveTo>
                <a:pt x="2993413" y="5433968"/>
              </a:moveTo>
              <a:arcTo wR="2723678" hR="2723678" stAng="5058990" swAng="682019"/>
            </a:path>
          </a:pathLst>
        </a:custGeom>
        <a:noFill/>
        <a:ln w="9525" cap="flat" cmpd="sng" algn="ctr">
          <a:solidFill>
            <a:schemeClr val="accent4">
              <a:hueOff val="-4135930"/>
              <a:satOff val="23223"/>
              <a:lumOff val="-107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D0029A-5763-4AEB-8B13-4CBD6D36A0A1}">
      <dsp:nvSpPr>
        <dsp:cNvPr id="0" name=""/>
        <dsp:cNvSpPr/>
      </dsp:nvSpPr>
      <dsp:spPr>
        <a:xfrm>
          <a:off x="2953842" y="5180787"/>
          <a:ext cx="1469696" cy="955302"/>
        </a:xfrm>
        <a:prstGeom prst="roundRect">
          <a:avLst/>
        </a:prstGeom>
        <a:solidFill>
          <a:schemeClr val="accent4">
            <a:hueOff val="-5514574"/>
            <a:satOff val="30963"/>
            <a:lumOff val="-143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/>
            <a:t>Train and Test the estimator</a:t>
          </a:r>
        </a:p>
      </dsp:txBody>
      <dsp:txXfrm>
        <a:off x="3000476" y="5227421"/>
        <a:ext cx="1376428" cy="862034"/>
      </dsp:txXfrm>
    </dsp:sp>
    <dsp:sp modelId="{D9977922-4B02-43E8-AD7E-413D47837B38}">
      <dsp:nvSpPr>
        <dsp:cNvPr id="0" name=""/>
        <dsp:cNvSpPr/>
      </dsp:nvSpPr>
      <dsp:spPr>
        <a:xfrm>
          <a:off x="2146771" y="480810"/>
          <a:ext cx="5447357" cy="5447357"/>
        </a:xfrm>
        <a:custGeom>
          <a:avLst/>
          <a:gdLst/>
          <a:ahLst/>
          <a:cxnLst/>
          <a:rect l="0" t="0" r="0" b="0"/>
          <a:pathLst>
            <a:path>
              <a:moveTo>
                <a:pt x="697535" y="4543890"/>
              </a:moveTo>
              <a:arcTo wR="2723678" hR="2723678" stAng="8283879" swAng="834337"/>
            </a:path>
          </a:pathLst>
        </a:custGeom>
        <a:noFill/>
        <a:ln w="9525" cap="flat" cmpd="sng" algn="ctr">
          <a:solidFill>
            <a:schemeClr val="accent4">
              <a:hueOff val="-5514574"/>
              <a:satOff val="30963"/>
              <a:lumOff val="-143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502ED9-3D95-4908-B25D-64C803DEDBF9}">
      <dsp:nvSpPr>
        <dsp:cNvPr id="0" name=""/>
        <dsp:cNvSpPr/>
      </dsp:nvSpPr>
      <dsp:spPr>
        <a:xfrm>
          <a:off x="1480211" y="3332913"/>
          <a:ext cx="1469696" cy="955302"/>
        </a:xfrm>
        <a:prstGeom prst="roundRect">
          <a:avLst/>
        </a:prstGeom>
        <a:solidFill>
          <a:schemeClr val="accent4">
            <a:hueOff val="-6893216"/>
            <a:satOff val="38704"/>
            <a:lumOff val="-179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/>
            <a:t>Evaluate the estimator</a:t>
          </a:r>
        </a:p>
      </dsp:txBody>
      <dsp:txXfrm>
        <a:off x="1526845" y="3379547"/>
        <a:ext cx="1376428" cy="862034"/>
      </dsp:txXfrm>
    </dsp:sp>
    <dsp:sp modelId="{9139FFAA-B6B1-43EA-80C4-0EF0F178AB3F}">
      <dsp:nvSpPr>
        <dsp:cNvPr id="0" name=""/>
        <dsp:cNvSpPr/>
      </dsp:nvSpPr>
      <dsp:spPr>
        <a:xfrm>
          <a:off x="2146771" y="480810"/>
          <a:ext cx="5447357" cy="5447357"/>
        </a:xfrm>
        <a:custGeom>
          <a:avLst/>
          <a:gdLst/>
          <a:ahLst/>
          <a:cxnLst/>
          <a:rect l="0" t="0" r="0" b="0"/>
          <a:pathLst>
            <a:path>
              <a:moveTo>
                <a:pt x="3982" y="2576444"/>
              </a:moveTo>
              <a:arcTo wR="2723678" hR="2723678" stAng="10985926" swAng="1063382"/>
            </a:path>
          </a:pathLst>
        </a:custGeom>
        <a:noFill/>
        <a:ln w="9525" cap="flat" cmpd="sng" algn="ctr">
          <a:solidFill>
            <a:schemeClr val="accent4">
              <a:hueOff val="-6893216"/>
              <a:satOff val="38704"/>
              <a:lumOff val="-179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FC095C-D26C-4989-9648-305A2699C134}">
      <dsp:nvSpPr>
        <dsp:cNvPr id="0" name=""/>
        <dsp:cNvSpPr/>
      </dsp:nvSpPr>
      <dsp:spPr>
        <a:xfrm>
          <a:off x="2006144" y="1028651"/>
          <a:ext cx="1469696" cy="955302"/>
        </a:xfrm>
        <a:prstGeom prst="roundRect">
          <a:avLst/>
        </a:prstGeom>
        <a:solidFill>
          <a:schemeClr val="accent4">
            <a:hueOff val="-8271860"/>
            <a:satOff val="46445"/>
            <a:lumOff val="-215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/>
            <a:t>Conclude after modifications</a:t>
          </a:r>
        </a:p>
      </dsp:txBody>
      <dsp:txXfrm>
        <a:off x="2052778" y="1075285"/>
        <a:ext cx="1376428" cy="862034"/>
      </dsp:txXfrm>
    </dsp:sp>
    <dsp:sp modelId="{CCFDC4EB-0F2A-47C5-8417-3E7D77054DF6}">
      <dsp:nvSpPr>
        <dsp:cNvPr id="0" name=""/>
        <dsp:cNvSpPr/>
      </dsp:nvSpPr>
      <dsp:spPr>
        <a:xfrm>
          <a:off x="2146771" y="480810"/>
          <a:ext cx="5447357" cy="5447357"/>
        </a:xfrm>
        <a:custGeom>
          <a:avLst/>
          <a:gdLst/>
          <a:ahLst/>
          <a:cxnLst/>
          <a:rect l="0" t="0" r="0" b="0"/>
          <a:pathLst>
            <a:path>
              <a:moveTo>
                <a:pt x="1250719" y="432649"/>
              </a:moveTo>
              <a:arcTo wR="2723678" hR="2723678" stAng="14235722" swAng="770696"/>
            </a:path>
          </a:pathLst>
        </a:custGeom>
        <a:noFill/>
        <a:ln w="9525" cap="flat" cmpd="sng" algn="ctr">
          <a:solidFill>
            <a:schemeClr val="accent4">
              <a:hueOff val="-8271860"/>
              <a:satOff val="46445"/>
              <a:lumOff val="-215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B49082C-6495-4F71-AF5A-2C6513A22373}" type="datetimeFigureOut">
              <a:rPr lang="en-US" smtClean="0"/>
              <a:t>4/28/2019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19F2AA09-F0FE-4273-9EB5-149134EDD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568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9082C-6495-4F71-AF5A-2C6513A22373}" type="datetimeFigureOut">
              <a:rPr lang="en-US" smtClean="0"/>
              <a:t>4/28/2019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AA09-F0FE-4273-9EB5-149134EDD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023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9082C-6495-4F71-AF5A-2C6513A22373}" type="datetimeFigureOut">
              <a:rPr lang="en-US" smtClean="0"/>
              <a:t>4/28/2019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AA09-F0FE-4273-9EB5-149134EDD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399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9082C-6495-4F71-AF5A-2C6513A22373}" type="datetimeFigureOut">
              <a:rPr lang="en-US" smtClean="0"/>
              <a:t>4/28/2019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AA09-F0FE-4273-9EB5-149134EDD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544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9082C-6495-4F71-AF5A-2C6513A22373}" type="datetimeFigureOut">
              <a:rPr lang="en-US" smtClean="0"/>
              <a:t>4/28/2019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AA09-F0FE-4273-9EB5-149134EDD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155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9082C-6495-4F71-AF5A-2C6513A22373}" type="datetimeFigureOut">
              <a:rPr lang="en-US" smtClean="0"/>
              <a:t>4/28/2019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AA09-F0FE-4273-9EB5-149134EDD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073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9082C-6495-4F71-AF5A-2C6513A22373}" type="datetimeFigureOut">
              <a:rPr lang="en-US" smtClean="0"/>
              <a:t>4/28/2019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AA09-F0FE-4273-9EB5-149134EDD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802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9082C-6495-4F71-AF5A-2C6513A22373}" type="datetimeFigureOut">
              <a:rPr lang="en-US" smtClean="0"/>
              <a:t>4/28/2019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AA09-F0FE-4273-9EB5-149134EDD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543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9082C-6495-4F71-AF5A-2C6513A22373}" type="datetimeFigureOut">
              <a:rPr lang="en-US" smtClean="0"/>
              <a:t>4/28/2019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AA09-F0FE-4273-9EB5-149134EDD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058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9082C-6495-4F71-AF5A-2C6513A22373}" type="datetimeFigureOut">
              <a:rPr lang="en-US" smtClean="0"/>
              <a:t>4/28/2019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AA09-F0FE-4273-9EB5-149134EDD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18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9082C-6495-4F71-AF5A-2C6513A22373}" type="datetimeFigureOut">
              <a:rPr lang="en-US" smtClean="0"/>
              <a:t>4/28/2019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AA09-F0FE-4273-9EB5-149134EDD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8453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9082C-6495-4F71-AF5A-2C6513A22373}" type="datetimeFigureOut">
              <a:rPr lang="en-US" smtClean="0"/>
              <a:t>4/28/2019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AA09-F0FE-4273-9EB5-149134EDDDD3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60705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9082C-6495-4F71-AF5A-2C6513A22373}" type="datetimeFigureOut">
              <a:rPr lang="en-US" smtClean="0"/>
              <a:t>4/28/2019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AA09-F0FE-4273-9EB5-149134EDD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8373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9082C-6495-4F71-AF5A-2C6513A22373}" type="datetimeFigureOut">
              <a:rPr lang="en-US" smtClean="0"/>
              <a:t>4/28/2019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AA09-F0FE-4273-9EB5-149134EDD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9349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9082C-6495-4F71-AF5A-2C6513A22373}" type="datetimeFigureOut">
              <a:rPr lang="en-US" smtClean="0"/>
              <a:t>4/28/2019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AA09-F0FE-4273-9EB5-149134EDD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2386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9082C-6495-4F71-AF5A-2C6513A22373}" type="datetimeFigureOut">
              <a:rPr lang="en-US" smtClean="0"/>
              <a:t>4/28/2019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AA09-F0FE-4273-9EB5-149134EDD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8340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9082C-6495-4F71-AF5A-2C6513A22373}" type="datetimeFigureOut">
              <a:rPr lang="en-US" smtClean="0"/>
              <a:t>4/28/2019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AA09-F0FE-4273-9EB5-149134EDD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062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49082C-6495-4F71-AF5A-2C6513A22373}" type="datetimeFigureOut">
              <a:rPr lang="en-US" smtClean="0"/>
              <a:t>4/28/2019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F2AA09-F0FE-4273-9EB5-149134EDD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4717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/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>
            <a:extLst>
              <a:ext uri="{FF2B5EF4-FFF2-40B4-BE49-F238E27FC236}">
                <a16:creationId xmlns:a16="http://schemas.microsoft.com/office/drawing/2014/main" xmlns="" id="{9ACD3AF8-B16E-4174-8C1A-41F683C4AF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 xmlns:a16="http://schemas.microsoft.com/office/drawing/2014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4" name="Group 63">
            <a:extLst>
              <a:ext uri="{FF2B5EF4-FFF2-40B4-BE49-F238E27FC236}">
                <a16:creationId xmlns:a16="http://schemas.microsoft.com/office/drawing/2014/main" xmlns="" id="{FF5EAD09-B81D-415F-8BCF-73C81AE05F2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5" name="Rectangle 5">
              <a:extLst>
                <a:ext uri="{FF2B5EF4-FFF2-40B4-BE49-F238E27FC236}">
                  <a16:creationId xmlns:a16="http://schemas.microsoft.com/office/drawing/2014/main" xmlns="" id="{CFB79010-8ED4-49EF-AFD2-F4D8C80B69B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6" name="Freeform 6">
              <a:extLst>
                <a:ext uri="{FF2B5EF4-FFF2-40B4-BE49-F238E27FC236}">
                  <a16:creationId xmlns:a16="http://schemas.microsoft.com/office/drawing/2014/main" xmlns="" id="{4649B869-006E-42B5-9DDC-21049B130E0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7" name="Freeform 7">
              <a:extLst>
                <a:ext uri="{FF2B5EF4-FFF2-40B4-BE49-F238E27FC236}">
                  <a16:creationId xmlns:a16="http://schemas.microsoft.com/office/drawing/2014/main" xmlns="" id="{443096BD-333F-48B6-8220-D1F9793E40A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8" name="Rectangle 8">
              <a:extLst>
                <a:ext uri="{FF2B5EF4-FFF2-40B4-BE49-F238E27FC236}">
                  <a16:creationId xmlns:a16="http://schemas.microsoft.com/office/drawing/2014/main" xmlns="" id="{1A45BB9A-7E84-4B9B-923A-270A97F8524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9" name="Freeform 9">
              <a:extLst>
                <a:ext uri="{FF2B5EF4-FFF2-40B4-BE49-F238E27FC236}">
                  <a16:creationId xmlns:a16="http://schemas.microsoft.com/office/drawing/2014/main" xmlns="" id="{D7D7C768-2F76-4DE2-A807-1B9FFF816C2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Freeform 10">
              <a:extLst>
                <a:ext uri="{FF2B5EF4-FFF2-40B4-BE49-F238E27FC236}">
                  <a16:creationId xmlns:a16="http://schemas.microsoft.com/office/drawing/2014/main" xmlns="" id="{1870B32E-EE42-470E-B543-CA55AEC8CAB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1" name="Freeform 11">
              <a:extLst>
                <a:ext uri="{FF2B5EF4-FFF2-40B4-BE49-F238E27FC236}">
                  <a16:creationId xmlns:a16="http://schemas.microsoft.com/office/drawing/2014/main" xmlns="" id="{EEF09120-11AA-4DB5-98A8-EC4923002C6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2">
              <a:extLst>
                <a:ext uri="{FF2B5EF4-FFF2-40B4-BE49-F238E27FC236}">
                  <a16:creationId xmlns:a16="http://schemas.microsoft.com/office/drawing/2014/main" xmlns="" id="{39CC463D-589C-461C-A234-0460EB06B88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3">
              <a:extLst>
                <a:ext uri="{FF2B5EF4-FFF2-40B4-BE49-F238E27FC236}">
                  <a16:creationId xmlns:a16="http://schemas.microsoft.com/office/drawing/2014/main" xmlns="" id="{B6516153-269A-421E-A021-CB3F3C5E1DA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4">
              <a:extLst>
                <a:ext uri="{FF2B5EF4-FFF2-40B4-BE49-F238E27FC236}">
                  <a16:creationId xmlns:a16="http://schemas.microsoft.com/office/drawing/2014/main" xmlns="" id="{45E14300-6C4A-4F77-915F-F3B25B0237B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5">
              <a:extLst>
                <a:ext uri="{FF2B5EF4-FFF2-40B4-BE49-F238E27FC236}">
                  <a16:creationId xmlns:a16="http://schemas.microsoft.com/office/drawing/2014/main" xmlns="" id="{993E312A-E6A6-4B52-ADE6-618ADC89BA6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6">
              <a:extLst>
                <a:ext uri="{FF2B5EF4-FFF2-40B4-BE49-F238E27FC236}">
                  <a16:creationId xmlns:a16="http://schemas.microsoft.com/office/drawing/2014/main" xmlns="" id="{2F0F3026-2480-472B-8C52-36812C81EF3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7">
              <a:extLst>
                <a:ext uri="{FF2B5EF4-FFF2-40B4-BE49-F238E27FC236}">
                  <a16:creationId xmlns:a16="http://schemas.microsoft.com/office/drawing/2014/main" xmlns="" id="{34E1C992-559D-4827-9F30-31A3CA7A2B1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8">
              <a:extLst>
                <a:ext uri="{FF2B5EF4-FFF2-40B4-BE49-F238E27FC236}">
                  <a16:creationId xmlns:a16="http://schemas.microsoft.com/office/drawing/2014/main" xmlns="" id="{D9F2FB98-F443-498F-AAD9-69458256813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9">
              <a:extLst>
                <a:ext uri="{FF2B5EF4-FFF2-40B4-BE49-F238E27FC236}">
                  <a16:creationId xmlns:a16="http://schemas.microsoft.com/office/drawing/2014/main" xmlns="" id="{75DBF6EC-ED50-43E4-8A8B-64CE86A8804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20">
              <a:extLst>
                <a:ext uri="{FF2B5EF4-FFF2-40B4-BE49-F238E27FC236}">
                  <a16:creationId xmlns:a16="http://schemas.microsoft.com/office/drawing/2014/main" xmlns="" id="{FD854F40-AC43-4F21-9C62-2CE35CFD2B1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21">
              <a:extLst>
                <a:ext uri="{FF2B5EF4-FFF2-40B4-BE49-F238E27FC236}">
                  <a16:creationId xmlns:a16="http://schemas.microsoft.com/office/drawing/2014/main" xmlns="" id="{62CCB560-494A-4F74-9DE4-068806A8933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2">
              <a:extLst>
                <a:ext uri="{FF2B5EF4-FFF2-40B4-BE49-F238E27FC236}">
                  <a16:creationId xmlns:a16="http://schemas.microsoft.com/office/drawing/2014/main" xmlns="" id="{6F9A05F2-B5D2-4D8A-9A78-14E45C13FEC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3">
              <a:extLst>
                <a:ext uri="{FF2B5EF4-FFF2-40B4-BE49-F238E27FC236}">
                  <a16:creationId xmlns:a16="http://schemas.microsoft.com/office/drawing/2014/main" xmlns="" id="{A6373189-19BB-4BEC-84A3-432253E0580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4">
              <a:extLst>
                <a:ext uri="{FF2B5EF4-FFF2-40B4-BE49-F238E27FC236}">
                  <a16:creationId xmlns:a16="http://schemas.microsoft.com/office/drawing/2014/main" xmlns="" id="{71AB3122-947A-44DB-B190-A2601C6C95C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5">
              <a:extLst>
                <a:ext uri="{FF2B5EF4-FFF2-40B4-BE49-F238E27FC236}">
                  <a16:creationId xmlns:a16="http://schemas.microsoft.com/office/drawing/2014/main" xmlns="" id="{74B4109D-3AFC-4D44-87B1-0CDED3E6381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6">
              <a:extLst>
                <a:ext uri="{FF2B5EF4-FFF2-40B4-BE49-F238E27FC236}">
                  <a16:creationId xmlns:a16="http://schemas.microsoft.com/office/drawing/2014/main" xmlns="" id="{44AAD39F-F7C9-4D00-95E0-0465B4E8588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7">
              <a:extLst>
                <a:ext uri="{FF2B5EF4-FFF2-40B4-BE49-F238E27FC236}">
                  <a16:creationId xmlns:a16="http://schemas.microsoft.com/office/drawing/2014/main" xmlns="" id="{C1DCAB8D-6EF6-4A84-8D0C-AA9226DEC90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8">
              <a:extLst>
                <a:ext uri="{FF2B5EF4-FFF2-40B4-BE49-F238E27FC236}">
                  <a16:creationId xmlns:a16="http://schemas.microsoft.com/office/drawing/2014/main" xmlns="" id="{C407F97F-83CF-4703-B9E0-6335530E329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9">
              <a:extLst>
                <a:ext uri="{FF2B5EF4-FFF2-40B4-BE49-F238E27FC236}">
                  <a16:creationId xmlns:a16="http://schemas.microsoft.com/office/drawing/2014/main" xmlns="" id="{0D8D2363-5D84-4CFF-89AA-3C93C859DBB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30">
              <a:extLst>
                <a:ext uri="{FF2B5EF4-FFF2-40B4-BE49-F238E27FC236}">
                  <a16:creationId xmlns:a16="http://schemas.microsoft.com/office/drawing/2014/main" xmlns="" id="{0435A35C-AC99-4E12-8CB0-9C640DAA945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31">
              <a:extLst>
                <a:ext uri="{FF2B5EF4-FFF2-40B4-BE49-F238E27FC236}">
                  <a16:creationId xmlns:a16="http://schemas.microsoft.com/office/drawing/2014/main" xmlns="" id="{F20392CF-2256-4527-836B-2E6F88596EC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2">
              <a:extLst>
                <a:ext uri="{FF2B5EF4-FFF2-40B4-BE49-F238E27FC236}">
                  <a16:creationId xmlns:a16="http://schemas.microsoft.com/office/drawing/2014/main" xmlns="" id="{C52C3AD3-122C-4010-9C55-B0247F8CCAB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Rectangle 33">
              <a:extLst>
                <a:ext uri="{FF2B5EF4-FFF2-40B4-BE49-F238E27FC236}">
                  <a16:creationId xmlns:a16="http://schemas.microsoft.com/office/drawing/2014/main" xmlns="" id="{EFCB53ED-09C0-4AD7-9BBC-366833D5FE0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4" name="Freeform 34">
              <a:extLst>
                <a:ext uri="{FF2B5EF4-FFF2-40B4-BE49-F238E27FC236}">
                  <a16:creationId xmlns:a16="http://schemas.microsoft.com/office/drawing/2014/main" xmlns="" id="{6F309F52-BFCF-47D9-8089-BC049540DB4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Freeform 35">
              <a:extLst>
                <a:ext uri="{FF2B5EF4-FFF2-40B4-BE49-F238E27FC236}">
                  <a16:creationId xmlns:a16="http://schemas.microsoft.com/office/drawing/2014/main" xmlns="" id="{5F9AE85F-C7AA-4761-B468-2E100829BC5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6" name="Freeform 36">
              <a:extLst>
                <a:ext uri="{FF2B5EF4-FFF2-40B4-BE49-F238E27FC236}">
                  <a16:creationId xmlns:a16="http://schemas.microsoft.com/office/drawing/2014/main" xmlns="" id="{2C81C778-91E5-4AE9-AACB-8566E7A28B4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7">
              <a:extLst>
                <a:ext uri="{FF2B5EF4-FFF2-40B4-BE49-F238E27FC236}">
                  <a16:creationId xmlns:a16="http://schemas.microsoft.com/office/drawing/2014/main" xmlns="" id="{6C56E0B4-58A0-4B2B-BD56-54121BB8DBB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8">
              <a:extLst>
                <a:ext uri="{FF2B5EF4-FFF2-40B4-BE49-F238E27FC236}">
                  <a16:creationId xmlns:a16="http://schemas.microsoft.com/office/drawing/2014/main" xmlns="" id="{88A29CFE-13A6-4509-946F-5C074F856EE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9">
              <a:extLst>
                <a:ext uri="{FF2B5EF4-FFF2-40B4-BE49-F238E27FC236}">
                  <a16:creationId xmlns:a16="http://schemas.microsoft.com/office/drawing/2014/main" xmlns="" id="{00235A0A-018B-4499-AC16-AF83457BF43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40">
              <a:extLst>
                <a:ext uri="{FF2B5EF4-FFF2-40B4-BE49-F238E27FC236}">
                  <a16:creationId xmlns:a16="http://schemas.microsoft.com/office/drawing/2014/main" xmlns="" id="{861DF9B7-50DC-4EBE-8B23-97FE92DBBB9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41">
              <a:extLst>
                <a:ext uri="{FF2B5EF4-FFF2-40B4-BE49-F238E27FC236}">
                  <a16:creationId xmlns:a16="http://schemas.microsoft.com/office/drawing/2014/main" xmlns="" id="{69673907-73D7-4729-A911-9BD078EC2EE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2">
              <a:extLst>
                <a:ext uri="{FF2B5EF4-FFF2-40B4-BE49-F238E27FC236}">
                  <a16:creationId xmlns:a16="http://schemas.microsoft.com/office/drawing/2014/main" xmlns="" id="{4DC844D3-8053-4EE7-A286-50157B6FD86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3">
              <a:extLst>
                <a:ext uri="{FF2B5EF4-FFF2-40B4-BE49-F238E27FC236}">
                  <a16:creationId xmlns:a16="http://schemas.microsoft.com/office/drawing/2014/main" xmlns="" id="{D67575A0-A45A-4773-874C-16370E36709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4">
              <a:extLst>
                <a:ext uri="{FF2B5EF4-FFF2-40B4-BE49-F238E27FC236}">
                  <a16:creationId xmlns:a16="http://schemas.microsoft.com/office/drawing/2014/main" xmlns="" id="{4327252B-B62B-4DE0-A924-B7F6E40AD96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Rectangle 45">
              <a:extLst>
                <a:ext uri="{FF2B5EF4-FFF2-40B4-BE49-F238E27FC236}">
                  <a16:creationId xmlns:a16="http://schemas.microsoft.com/office/drawing/2014/main" xmlns="" id="{778BC6A7-AC19-497B-A7C6-E447B2EBDAB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6" name="Freeform 46">
              <a:extLst>
                <a:ext uri="{FF2B5EF4-FFF2-40B4-BE49-F238E27FC236}">
                  <a16:creationId xmlns:a16="http://schemas.microsoft.com/office/drawing/2014/main" xmlns="" id="{4E79A87B-BF1F-437A-9FED-BE93025E502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Freeform 47">
              <a:extLst>
                <a:ext uri="{FF2B5EF4-FFF2-40B4-BE49-F238E27FC236}">
                  <a16:creationId xmlns:a16="http://schemas.microsoft.com/office/drawing/2014/main" xmlns="" id="{DFAAF3CC-B4E0-45C8-AC2D-EF0D6D823D1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8" name="Freeform 48">
              <a:extLst>
                <a:ext uri="{FF2B5EF4-FFF2-40B4-BE49-F238E27FC236}">
                  <a16:creationId xmlns:a16="http://schemas.microsoft.com/office/drawing/2014/main" xmlns="" id="{A5A12C87-1E4A-4664-B2F4-A1C8B656F99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9">
              <a:extLst>
                <a:ext uri="{FF2B5EF4-FFF2-40B4-BE49-F238E27FC236}">
                  <a16:creationId xmlns:a16="http://schemas.microsoft.com/office/drawing/2014/main" xmlns="" id="{B3AF8230-4630-4505-ADDB-16A9B6B3772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50">
              <a:extLst>
                <a:ext uri="{FF2B5EF4-FFF2-40B4-BE49-F238E27FC236}">
                  <a16:creationId xmlns:a16="http://schemas.microsoft.com/office/drawing/2014/main" xmlns="" id="{33F93F6D-724D-42F3-AF1D-3081EAB5D13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51">
              <a:extLst>
                <a:ext uri="{FF2B5EF4-FFF2-40B4-BE49-F238E27FC236}">
                  <a16:creationId xmlns:a16="http://schemas.microsoft.com/office/drawing/2014/main" xmlns="" id="{F5DD7A8F-FB67-4E79-80DB-0FAF3A09894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2">
              <a:extLst>
                <a:ext uri="{FF2B5EF4-FFF2-40B4-BE49-F238E27FC236}">
                  <a16:creationId xmlns:a16="http://schemas.microsoft.com/office/drawing/2014/main" xmlns="" id="{7B140A84-E89E-4A80-9DF8-7BCA45F908D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3">
              <a:extLst>
                <a:ext uri="{FF2B5EF4-FFF2-40B4-BE49-F238E27FC236}">
                  <a16:creationId xmlns:a16="http://schemas.microsoft.com/office/drawing/2014/main" xmlns="" id="{279E1D6A-EFE2-44C6-A5BF-DFADF0DC91D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4">
              <a:extLst>
                <a:ext uri="{FF2B5EF4-FFF2-40B4-BE49-F238E27FC236}">
                  <a16:creationId xmlns:a16="http://schemas.microsoft.com/office/drawing/2014/main" xmlns="" id="{C9FA2204-561F-4ABB-988C-03053820F1D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5">
              <a:extLst>
                <a:ext uri="{FF2B5EF4-FFF2-40B4-BE49-F238E27FC236}">
                  <a16:creationId xmlns:a16="http://schemas.microsoft.com/office/drawing/2014/main" xmlns="" id="{8BD7D04E-AC0A-424F-BC40-28842DAFFAC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6">
              <a:extLst>
                <a:ext uri="{FF2B5EF4-FFF2-40B4-BE49-F238E27FC236}">
                  <a16:creationId xmlns:a16="http://schemas.microsoft.com/office/drawing/2014/main" xmlns="" id="{32B616A2-FE09-47DD-B58C-12EE58B7CA5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7">
              <a:extLst>
                <a:ext uri="{FF2B5EF4-FFF2-40B4-BE49-F238E27FC236}">
                  <a16:creationId xmlns:a16="http://schemas.microsoft.com/office/drawing/2014/main" xmlns="" id="{08C5EAF5-6064-484E-BA05-80D09D84EAB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8">
              <a:extLst>
                <a:ext uri="{FF2B5EF4-FFF2-40B4-BE49-F238E27FC236}">
                  <a16:creationId xmlns:a16="http://schemas.microsoft.com/office/drawing/2014/main" xmlns="" id="{F11D90DF-D275-4725-884C-77E5E01D89B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 useBgFill="1">
        <p:nvSpPr>
          <p:cNvPr id="120" name="Rectangle 119">
            <a:extLst>
              <a:ext uri="{FF2B5EF4-FFF2-40B4-BE49-F238E27FC236}">
                <a16:creationId xmlns:a16="http://schemas.microsoft.com/office/drawing/2014/main" xmlns="" id="{B7D4B16D-600A-41A1-8B1B-3727C56C0C9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xmlns="" id="{DE7C35E0-BD19-4AFC-81BF-7A7507E9C94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60000"/>
            </a:schemeClr>
          </a:solidFill>
          <a:effectLst/>
        </p:grpSpPr>
        <p:sp>
          <p:nvSpPr>
            <p:cNvPr id="123" name="Rectangle 5">
              <a:extLst>
                <a:ext uri="{FF2B5EF4-FFF2-40B4-BE49-F238E27FC236}">
                  <a16:creationId xmlns:a16="http://schemas.microsoft.com/office/drawing/2014/main" xmlns="" id="{1E08D20A-3975-4596-85C6-D4679958628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24" name="Freeform 6">
              <a:extLst>
                <a:ext uri="{FF2B5EF4-FFF2-40B4-BE49-F238E27FC236}">
                  <a16:creationId xmlns:a16="http://schemas.microsoft.com/office/drawing/2014/main" xmlns="" id="{630A9349-BFE4-4720-A229-98DCD3B69F3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5" name="Freeform 7">
              <a:extLst>
                <a:ext uri="{FF2B5EF4-FFF2-40B4-BE49-F238E27FC236}">
                  <a16:creationId xmlns:a16="http://schemas.microsoft.com/office/drawing/2014/main" xmlns="" id="{28487744-BBC9-4D40-85B3-0D45003C339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6" name="Rectangle 8">
              <a:extLst>
                <a:ext uri="{FF2B5EF4-FFF2-40B4-BE49-F238E27FC236}">
                  <a16:creationId xmlns:a16="http://schemas.microsoft.com/office/drawing/2014/main" xmlns="" id="{FAD6EF4D-97BD-46B4-9B5B-CD70971DD55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27" name="Freeform 9">
              <a:extLst>
                <a:ext uri="{FF2B5EF4-FFF2-40B4-BE49-F238E27FC236}">
                  <a16:creationId xmlns:a16="http://schemas.microsoft.com/office/drawing/2014/main" xmlns="" id="{210DCC42-11D2-4162-B47A-869B3F66948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8" name="Freeform 10">
              <a:extLst>
                <a:ext uri="{FF2B5EF4-FFF2-40B4-BE49-F238E27FC236}">
                  <a16:creationId xmlns:a16="http://schemas.microsoft.com/office/drawing/2014/main" xmlns="" id="{DE4880D6-6ECE-4F1B-B474-FE3940D043B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9" name="Freeform 11">
              <a:extLst>
                <a:ext uri="{FF2B5EF4-FFF2-40B4-BE49-F238E27FC236}">
                  <a16:creationId xmlns:a16="http://schemas.microsoft.com/office/drawing/2014/main" xmlns="" id="{A1A39307-F675-49D2-9E45-28DA2AB5C94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0" name="Freeform 12">
              <a:extLst>
                <a:ext uri="{FF2B5EF4-FFF2-40B4-BE49-F238E27FC236}">
                  <a16:creationId xmlns:a16="http://schemas.microsoft.com/office/drawing/2014/main" xmlns="" id="{AC5E23C5-C5D6-4BC3-9531-C0B2D7D29F9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1" name="Freeform 13">
              <a:extLst>
                <a:ext uri="{FF2B5EF4-FFF2-40B4-BE49-F238E27FC236}">
                  <a16:creationId xmlns:a16="http://schemas.microsoft.com/office/drawing/2014/main" xmlns="" id="{4D3FC0A7-9672-4B19-8D54-71C3B39F7A3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2" name="Freeform 14">
              <a:extLst>
                <a:ext uri="{FF2B5EF4-FFF2-40B4-BE49-F238E27FC236}">
                  <a16:creationId xmlns:a16="http://schemas.microsoft.com/office/drawing/2014/main" xmlns="" id="{9911D04C-3FFB-4D1E-8F59-5C02692E3E9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3" name="Freeform 15">
              <a:extLst>
                <a:ext uri="{FF2B5EF4-FFF2-40B4-BE49-F238E27FC236}">
                  <a16:creationId xmlns:a16="http://schemas.microsoft.com/office/drawing/2014/main" xmlns="" id="{A0178C8F-EF32-4F3D-B022-60A7DE1367B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4" name="Freeform 16">
              <a:extLst>
                <a:ext uri="{FF2B5EF4-FFF2-40B4-BE49-F238E27FC236}">
                  <a16:creationId xmlns:a16="http://schemas.microsoft.com/office/drawing/2014/main" xmlns="" id="{EEB2DD25-DE0D-48CE-8218-E4EF12273A2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5" name="Freeform 17">
              <a:extLst>
                <a:ext uri="{FF2B5EF4-FFF2-40B4-BE49-F238E27FC236}">
                  <a16:creationId xmlns:a16="http://schemas.microsoft.com/office/drawing/2014/main" xmlns="" id="{13C92E55-66CB-48F7-BF28-5D8ED146BB2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6" name="Freeform 18">
              <a:extLst>
                <a:ext uri="{FF2B5EF4-FFF2-40B4-BE49-F238E27FC236}">
                  <a16:creationId xmlns:a16="http://schemas.microsoft.com/office/drawing/2014/main" xmlns="" id="{CB0B6C7B-4820-48AB-92AF-896559F0093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7" name="Freeform 19">
              <a:extLst>
                <a:ext uri="{FF2B5EF4-FFF2-40B4-BE49-F238E27FC236}">
                  <a16:creationId xmlns:a16="http://schemas.microsoft.com/office/drawing/2014/main" xmlns="" id="{2018EECD-4518-458F-989E-6FCAE5AE040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8" name="Freeform 20">
              <a:extLst>
                <a:ext uri="{FF2B5EF4-FFF2-40B4-BE49-F238E27FC236}">
                  <a16:creationId xmlns:a16="http://schemas.microsoft.com/office/drawing/2014/main" xmlns="" id="{1FB0915F-3C52-468A-87E7-F3EE381DA3E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9" name="Freeform 21">
              <a:extLst>
                <a:ext uri="{FF2B5EF4-FFF2-40B4-BE49-F238E27FC236}">
                  <a16:creationId xmlns:a16="http://schemas.microsoft.com/office/drawing/2014/main" xmlns="" id="{7B184771-5A8E-4ED5-9179-24B19F26C32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0" name="Freeform 22">
              <a:extLst>
                <a:ext uri="{FF2B5EF4-FFF2-40B4-BE49-F238E27FC236}">
                  <a16:creationId xmlns:a16="http://schemas.microsoft.com/office/drawing/2014/main" xmlns="" id="{BC5162D1-D64C-4FBA-BE86-11B27A7432E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1" name="Freeform 23">
              <a:extLst>
                <a:ext uri="{FF2B5EF4-FFF2-40B4-BE49-F238E27FC236}">
                  <a16:creationId xmlns:a16="http://schemas.microsoft.com/office/drawing/2014/main" xmlns="" id="{9EFF345C-6A58-4123-B2D1-2ED9E369124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2" name="Freeform 24">
              <a:extLst>
                <a:ext uri="{FF2B5EF4-FFF2-40B4-BE49-F238E27FC236}">
                  <a16:creationId xmlns:a16="http://schemas.microsoft.com/office/drawing/2014/main" xmlns="" id="{03CE89F7-AE1C-4370-920E-EE04C4124FF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3" name="Freeform 25">
              <a:extLst>
                <a:ext uri="{FF2B5EF4-FFF2-40B4-BE49-F238E27FC236}">
                  <a16:creationId xmlns:a16="http://schemas.microsoft.com/office/drawing/2014/main" xmlns="" id="{D6E298F6-F99D-49EF-B614-24D2179C23D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4" name="Freeform 26">
              <a:extLst>
                <a:ext uri="{FF2B5EF4-FFF2-40B4-BE49-F238E27FC236}">
                  <a16:creationId xmlns:a16="http://schemas.microsoft.com/office/drawing/2014/main" xmlns="" id="{2424FD35-451D-468C-9EB2-8DA350C1247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5" name="Freeform 27">
              <a:extLst>
                <a:ext uri="{FF2B5EF4-FFF2-40B4-BE49-F238E27FC236}">
                  <a16:creationId xmlns:a16="http://schemas.microsoft.com/office/drawing/2014/main" xmlns="" id="{45BC0C6F-B91F-42CC-9046-522FE8223CB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6" name="Freeform 28">
              <a:extLst>
                <a:ext uri="{FF2B5EF4-FFF2-40B4-BE49-F238E27FC236}">
                  <a16:creationId xmlns:a16="http://schemas.microsoft.com/office/drawing/2014/main" xmlns="" id="{F88AFBEE-A8B5-4B18-B834-5269F6C13C0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7" name="Freeform 29">
              <a:extLst>
                <a:ext uri="{FF2B5EF4-FFF2-40B4-BE49-F238E27FC236}">
                  <a16:creationId xmlns:a16="http://schemas.microsoft.com/office/drawing/2014/main" xmlns="" id="{64B0F493-EC69-4C85-87D4-28762823112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8" name="Freeform 30">
              <a:extLst>
                <a:ext uri="{FF2B5EF4-FFF2-40B4-BE49-F238E27FC236}">
                  <a16:creationId xmlns:a16="http://schemas.microsoft.com/office/drawing/2014/main" xmlns="" id="{09920E7F-979C-40F6-8FB1-791325A4A44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9" name="Freeform 31">
              <a:extLst>
                <a:ext uri="{FF2B5EF4-FFF2-40B4-BE49-F238E27FC236}">
                  <a16:creationId xmlns:a16="http://schemas.microsoft.com/office/drawing/2014/main" xmlns="" id="{1387BCC3-D7BF-443E-B18C-87B696E6442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0" name="Freeform 32">
              <a:extLst>
                <a:ext uri="{FF2B5EF4-FFF2-40B4-BE49-F238E27FC236}">
                  <a16:creationId xmlns:a16="http://schemas.microsoft.com/office/drawing/2014/main" xmlns="" id="{F1C0670D-9FA2-48D7-AFDB-4438ECC3EE1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1" name="Rectangle 33">
              <a:extLst>
                <a:ext uri="{FF2B5EF4-FFF2-40B4-BE49-F238E27FC236}">
                  <a16:creationId xmlns:a16="http://schemas.microsoft.com/office/drawing/2014/main" xmlns="" id="{34088C0C-CAD1-4E66-A162-1D7020365B6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52" name="Freeform 34">
              <a:extLst>
                <a:ext uri="{FF2B5EF4-FFF2-40B4-BE49-F238E27FC236}">
                  <a16:creationId xmlns:a16="http://schemas.microsoft.com/office/drawing/2014/main" xmlns="" id="{B8C224A6-72B4-4763-B708-65A321D0D61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3" name="Freeform 35">
              <a:extLst>
                <a:ext uri="{FF2B5EF4-FFF2-40B4-BE49-F238E27FC236}">
                  <a16:creationId xmlns:a16="http://schemas.microsoft.com/office/drawing/2014/main" xmlns="" id="{2EE3A964-523C-470B-8B10-09053452C55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4" name="Freeform 36">
              <a:extLst>
                <a:ext uri="{FF2B5EF4-FFF2-40B4-BE49-F238E27FC236}">
                  <a16:creationId xmlns:a16="http://schemas.microsoft.com/office/drawing/2014/main" xmlns="" id="{1B87487E-C0EA-4E2A-8FC0-3D4C4F01775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5" name="Freeform 37">
              <a:extLst>
                <a:ext uri="{FF2B5EF4-FFF2-40B4-BE49-F238E27FC236}">
                  <a16:creationId xmlns:a16="http://schemas.microsoft.com/office/drawing/2014/main" xmlns="" id="{D8B57E7E-D885-4A0B-BBA0-E3BC3A68CDE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6" name="Freeform 38">
              <a:extLst>
                <a:ext uri="{FF2B5EF4-FFF2-40B4-BE49-F238E27FC236}">
                  <a16:creationId xmlns:a16="http://schemas.microsoft.com/office/drawing/2014/main" xmlns="" id="{6FB84573-B84B-4571-A6E5-91CD308E7DA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7" name="Freeform 39">
              <a:extLst>
                <a:ext uri="{FF2B5EF4-FFF2-40B4-BE49-F238E27FC236}">
                  <a16:creationId xmlns:a16="http://schemas.microsoft.com/office/drawing/2014/main" xmlns="" id="{7EE5EE00-E139-4AB9-ACFC-5E39CFA9519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8" name="Freeform 40">
              <a:extLst>
                <a:ext uri="{FF2B5EF4-FFF2-40B4-BE49-F238E27FC236}">
                  <a16:creationId xmlns:a16="http://schemas.microsoft.com/office/drawing/2014/main" xmlns="" id="{5A38A6AA-6753-4EFE-94BB-96DF739758C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9" name="Freeform 41">
              <a:extLst>
                <a:ext uri="{FF2B5EF4-FFF2-40B4-BE49-F238E27FC236}">
                  <a16:creationId xmlns:a16="http://schemas.microsoft.com/office/drawing/2014/main" xmlns="" id="{506AB599-570B-4547-97F4-F2C6723014A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0" name="Freeform 42">
              <a:extLst>
                <a:ext uri="{FF2B5EF4-FFF2-40B4-BE49-F238E27FC236}">
                  <a16:creationId xmlns:a16="http://schemas.microsoft.com/office/drawing/2014/main" xmlns="" id="{9AFDEA1E-DBAB-4507-8D36-786F19A85BA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1" name="Freeform 43">
              <a:extLst>
                <a:ext uri="{FF2B5EF4-FFF2-40B4-BE49-F238E27FC236}">
                  <a16:creationId xmlns:a16="http://schemas.microsoft.com/office/drawing/2014/main" xmlns="" id="{C824D6F7-0BDF-4C8C-869D-BDDEB076418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2" name="Freeform 44">
              <a:extLst>
                <a:ext uri="{FF2B5EF4-FFF2-40B4-BE49-F238E27FC236}">
                  <a16:creationId xmlns:a16="http://schemas.microsoft.com/office/drawing/2014/main" xmlns="" id="{6953C491-AE0F-4D2B-9474-18D5E8B5DC9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3" name="Rectangle 45">
              <a:extLst>
                <a:ext uri="{FF2B5EF4-FFF2-40B4-BE49-F238E27FC236}">
                  <a16:creationId xmlns:a16="http://schemas.microsoft.com/office/drawing/2014/main" xmlns="" id="{5B956350-9BDD-4090-B2B6-12C13D1CE27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4" name="Freeform 46">
              <a:extLst>
                <a:ext uri="{FF2B5EF4-FFF2-40B4-BE49-F238E27FC236}">
                  <a16:creationId xmlns:a16="http://schemas.microsoft.com/office/drawing/2014/main" xmlns="" id="{ECE31E80-E354-44C3-81E0-4E3E41DDF6F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5" name="Freeform 47">
              <a:extLst>
                <a:ext uri="{FF2B5EF4-FFF2-40B4-BE49-F238E27FC236}">
                  <a16:creationId xmlns:a16="http://schemas.microsoft.com/office/drawing/2014/main" xmlns="" id="{9DFA35DB-5360-405A-A7EB-064E51FBC0A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6" name="Freeform 48">
              <a:extLst>
                <a:ext uri="{FF2B5EF4-FFF2-40B4-BE49-F238E27FC236}">
                  <a16:creationId xmlns:a16="http://schemas.microsoft.com/office/drawing/2014/main" xmlns="" id="{2DA499BD-4313-4AD1-BE87-4BEF50FECB6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7" name="Freeform 49">
              <a:extLst>
                <a:ext uri="{FF2B5EF4-FFF2-40B4-BE49-F238E27FC236}">
                  <a16:creationId xmlns:a16="http://schemas.microsoft.com/office/drawing/2014/main" xmlns="" id="{680E4C6D-12D1-417A-A709-EC416D98FA0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8" name="Freeform 50">
              <a:extLst>
                <a:ext uri="{FF2B5EF4-FFF2-40B4-BE49-F238E27FC236}">
                  <a16:creationId xmlns:a16="http://schemas.microsoft.com/office/drawing/2014/main" xmlns="" id="{C93537B4-09B6-4CC6-92DE-3D3BDAC7ABB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9" name="Freeform 51">
              <a:extLst>
                <a:ext uri="{FF2B5EF4-FFF2-40B4-BE49-F238E27FC236}">
                  <a16:creationId xmlns:a16="http://schemas.microsoft.com/office/drawing/2014/main" xmlns="" id="{5D100FC5-9EA8-4DA7-AFA4-BC60831FD87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0" name="Freeform 52">
              <a:extLst>
                <a:ext uri="{FF2B5EF4-FFF2-40B4-BE49-F238E27FC236}">
                  <a16:creationId xmlns:a16="http://schemas.microsoft.com/office/drawing/2014/main" xmlns="" id="{3F10D757-6A3B-4314-9755-419B3738E47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1" name="Freeform 53">
              <a:extLst>
                <a:ext uri="{FF2B5EF4-FFF2-40B4-BE49-F238E27FC236}">
                  <a16:creationId xmlns:a16="http://schemas.microsoft.com/office/drawing/2014/main" xmlns="" id="{28A4D881-D08B-4AAF-866D-7C31601126D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2" name="Freeform 54">
              <a:extLst>
                <a:ext uri="{FF2B5EF4-FFF2-40B4-BE49-F238E27FC236}">
                  <a16:creationId xmlns:a16="http://schemas.microsoft.com/office/drawing/2014/main" xmlns="" id="{A666F3F8-571E-483F-9B9F-31EDB91A9C6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3" name="Freeform 55">
              <a:extLst>
                <a:ext uri="{FF2B5EF4-FFF2-40B4-BE49-F238E27FC236}">
                  <a16:creationId xmlns:a16="http://schemas.microsoft.com/office/drawing/2014/main" xmlns="" id="{18305C0F-0A00-450D-92A1-313C724398C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4" name="Freeform 56">
              <a:extLst>
                <a:ext uri="{FF2B5EF4-FFF2-40B4-BE49-F238E27FC236}">
                  <a16:creationId xmlns:a16="http://schemas.microsoft.com/office/drawing/2014/main" xmlns="" id="{9A5635D8-CCB7-4D16-BB87-B1BC1AC97DC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5" name="Freeform 57">
              <a:extLst>
                <a:ext uri="{FF2B5EF4-FFF2-40B4-BE49-F238E27FC236}">
                  <a16:creationId xmlns:a16="http://schemas.microsoft.com/office/drawing/2014/main" xmlns="" id="{7C10A784-B5EE-4486-96E7-3CC72B93AE2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6" name="Freeform 58">
              <a:extLst>
                <a:ext uri="{FF2B5EF4-FFF2-40B4-BE49-F238E27FC236}">
                  <a16:creationId xmlns:a16="http://schemas.microsoft.com/office/drawing/2014/main" xmlns="" id="{AE5FA7CA-916C-4A34-A727-E0289D891AB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pic>
        <p:nvPicPr>
          <p:cNvPr id="178" name="Picture 2">
            <a:extLst>
              <a:ext uri="{FF2B5EF4-FFF2-40B4-BE49-F238E27FC236}">
                <a16:creationId xmlns:a16="http://schemas.microsoft.com/office/drawing/2014/main" xmlns="" id="{51039561-92F9-40EE-900B-6AA0F58042A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9525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 xmlns:p14="http://schemas.microsoft.com/office/powerpoint/2010/main" xmlns:a16="http://schemas.microsoft.com/office/drawing/2014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0D02D22-869F-43A2-BDB2-D31F02924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113" y="1122363"/>
            <a:ext cx="4527929" cy="4287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000" dirty="0" err="1"/>
              <a:t>Jntua</a:t>
            </a:r>
            <a:r>
              <a:rPr lang="en-US" sz="4000" dirty="0"/>
              <a:t> college of engineering (Autonomous), </a:t>
            </a:r>
            <a:r>
              <a:rPr lang="en-US" sz="4000" dirty="0" err="1"/>
              <a:t>pulivendula</a:t>
            </a:r>
            <a:endParaRPr lang="en-US" sz="4000" dirty="0"/>
          </a:p>
        </p:txBody>
      </p: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xmlns="" id="{D902DA06-324A-48CE-8C20-94535480A63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721133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EF68D5B-AE1A-44A9-BCEB-C3A6E3D1825A}"/>
              </a:ext>
            </a:extLst>
          </p:cNvPr>
          <p:cNvSpPr/>
          <p:nvPr/>
        </p:nvSpPr>
        <p:spPr>
          <a:xfrm>
            <a:off x="9518671" y="1350350"/>
            <a:ext cx="2412607" cy="181588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Team:</a:t>
            </a:r>
          </a:p>
          <a:p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D. H. Praneeth</a:t>
            </a:r>
          </a:p>
          <a:p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P. Suresh</a:t>
            </a:r>
          </a:p>
          <a:p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U.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Hanumanthu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xmlns="" id="{A430DED7-D9CC-437F-9E8D-52A243865F24}"/>
              </a:ext>
            </a:extLst>
          </p:cNvPr>
          <p:cNvSpPr/>
          <p:nvPr/>
        </p:nvSpPr>
        <p:spPr>
          <a:xfrm>
            <a:off x="7806674" y="3680203"/>
            <a:ext cx="3970971" cy="146706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Mentor: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Sri A. Naresh </a:t>
            </a:r>
            <a:r>
              <a:rPr lang="en-US" sz="3200" baseline="-25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M.Tech</a:t>
            </a:r>
            <a:r>
              <a:rPr lang="en-US" sz="3200" baseline="-25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(PhD)</a:t>
            </a:r>
          </a:p>
          <a:p>
            <a:r>
              <a:rPr lang="en-US" sz="3200" b="0" cap="none" spc="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		</a:t>
            </a:r>
            <a:r>
              <a:rPr lang="en-US" sz="3200" baseline="-25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</a:t>
            </a:r>
            <a:r>
              <a:rPr lang="en-US" sz="3200" b="0" cap="none" spc="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Assist. Prof (Ad hoc)</a:t>
            </a:r>
            <a:endParaRPr lang="en-US" sz="3600" b="0" cap="none" spc="0" baseline="-25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79" name="Picture 2" descr="E:\jntu logo.png">
            <a:extLst>
              <a:ext uri="{FF2B5EF4-FFF2-40B4-BE49-F238E27FC236}">
                <a16:creationId xmlns:a16="http://schemas.microsoft.com/office/drawing/2014/main" xmlns="" id="{5B826BF5-C00B-4816-BFBD-55DDD43FC2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r="9292"/>
          <a:stretch/>
        </p:blipFill>
        <p:spPr bwMode="auto">
          <a:xfrm>
            <a:off x="7679524" y="1468438"/>
            <a:ext cx="1612075" cy="1607604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8138062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9BE10567-6165-46A7-867D-4690A16B46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xmlns="" id="{0F4DB1F4-429C-4C85-85D7-C4D81996D33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xmlns="" id="{159C0DA6-71D9-4C96-A774-7FADF5E0A4C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PicPr>
          <p:blipFill>
            <a:blip r:embed="rId2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6="http://schemas.microsoft.com/office/drawing/2014/main" xmlns:p14="http://schemas.microsoft.com/office/powerpoint/2010/main"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Round Diagonal Corner Rectangle 7">
            <a:extLst>
              <a:ext uri="{FF2B5EF4-FFF2-40B4-BE49-F238E27FC236}">
                <a16:creationId xmlns:a16="http://schemas.microsoft.com/office/drawing/2014/main" xmlns="" id="{4B24F6DB-F114-44A7-BB56-D401884E4E7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582333" y="2235200"/>
            <a:ext cx="7027334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rgbClr val="000000">
              <a:alpha val="80000"/>
            </a:srgbClr>
          </a:solidFill>
          <a:ln w="19050" cap="sq">
            <a:solidFill>
              <a:schemeClr val="tx2"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4DB50ECD-225E-4F81-AF7B-706DD05F3B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605895" y="2900097"/>
            <a:ext cx="10982062" cy="1211524"/>
            <a:chOff x="605895" y="2900097"/>
            <a:chExt cx="10982062" cy="1211524"/>
          </a:xfrm>
          <a:effectLst/>
        </p:grpSpPr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xmlns="" id="{CBC3B006-1357-4969-BC3D-CDD91E492B4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  <a:extLst/>
          </p:spPr>
        </p:sp>
        <p:sp>
          <p:nvSpPr>
            <p:cNvPr id="16" name="Freeform 33">
              <a:extLst>
                <a:ext uri="{FF2B5EF4-FFF2-40B4-BE49-F238E27FC236}">
                  <a16:creationId xmlns:a16="http://schemas.microsoft.com/office/drawing/2014/main" xmlns="" id="{0D6E4F1D-B331-41B5-90EF-2236C1EE155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  <a:extLst/>
          </p:spPr>
        </p:sp>
        <p:sp>
          <p:nvSpPr>
            <p:cNvPr id="17" name="Freeform 34">
              <a:extLst>
                <a:ext uri="{FF2B5EF4-FFF2-40B4-BE49-F238E27FC236}">
                  <a16:creationId xmlns:a16="http://schemas.microsoft.com/office/drawing/2014/main" xmlns="" id="{54A60014-21DF-44E5-9137-43357188501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  <a:extLst/>
          </p:spPr>
        </p:sp>
        <p:sp>
          <p:nvSpPr>
            <p:cNvPr id="18" name="Freeform 37">
              <a:extLst>
                <a:ext uri="{FF2B5EF4-FFF2-40B4-BE49-F238E27FC236}">
                  <a16:creationId xmlns:a16="http://schemas.microsoft.com/office/drawing/2014/main" xmlns="" id="{40B768C0-B003-45F4-9A06-EA3509A90BD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  <a:extLst/>
          </p:spPr>
        </p:sp>
        <p:sp>
          <p:nvSpPr>
            <p:cNvPr id="19" name="Freeform 35">
              <a:extLst>
                <a:ext uri="{FF2B5EF4-FFF2-40B4-BE49-F238E27FC236}">
                  <a16:creationId xmlns:a16="http://schemas.microsoft.com/office/drawing/2014/main" xmlns="" id="{5E479182-2054-4AD9-823D-81CFAD7F2C7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  <a:extLst/>
          </p:spPr>
        </p:sp>
        <p:sp>
          <p:nvSpPr>
            <p:cNvPr id="20" name="Freeform 36">
              <a:extLst>
                <a:ext uri="{FF2B5EF4-FFF2-40B4-BE49-F238E27FC236}">
                  <a16:creationId xmlns:a16="http://schemas.microsoft.com/office/drawing/2014/main" xmlns="" id="{A7D912CF-756A-41F1-8BF1-5BA7D1BD052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  <a:extLst/>
          </p:spPr>
        </p:sp>
        <p:sp>
          <p:nvSpPr>
            <p:cNvPr id="21" name="Freeform 38">
              <a:extLst>
                <a:ext uri="{FF2B5EF4-FFF2-40B4-BE49-F238E27FC236}">
                  <a16:creationId xmlns:a16="http://schemas.microsoft.com/office/drawing/2014/main" xmlns="" id="{734B6F35-2160-44B1-AB00-F628C84B14F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  <a:extLst/>
          </p:spPr>
        </p:sp>
        <p:sp>
          <p:nvSpPr>
            <p:cNvPr id="22" name="Freeform 39">
              <a:extLst>
                <a:ext uri="{FF2B5EF4-FFF2-40B4-BE49-F238E27FC236}">
                  <a16:creationId xmlns:a16="http://schemas.microsoft.com/office/drawing/2014/main" xmlns="" id="{D8657E76-4F63-44FE-86C5-54CA174FCB3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  <a:extLst/>
          </p:spPr>
        </p:sp>
        <p:sp>
          <p:nvSpPr>
            <p:cNvPr id="23" name="Freeform 40">
              <a:extLst>
                <a:ext uri="{FF2B5EF4-FFF2-40B4-BE49-F238E27FC236}">
                  <a16:creationId xmlns:a16="http://schemas.microsoft.com/office/drawing/2014/main" xmlns="" id="{482CEB8C-90E5-4152-8B52-A2881B98A3B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  <a:extLst/>
          </p:spPr>
        </p:sp>
        <p:sp>
          <p:nvSpPr>
            <p:cNvPr id="24" name="Rectangle 41">
              <a:extLst>
                <a:ext uri="{FF2B5EF4-FFF2-40B4-BE49-F238E27FC236}">
                  <a16:creationId xmlns:a16="http://schemas.microsoft.com/office/drawing/2014/main" xmlns="" id="{85010FC2-BC4C-4692-876D-7FE363BFC63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  <a:extLst/>
          </p:spPr>
        </p:sp>
        <p:sp>
          <p:nvSpPr>
            <p:cNvPr id="25" name="Freeform 32">
              <a:extLst>
                <a:ext uri="{FF2B5EF4-FFF2-40B4-BE49-F238E27FC236}">
                  <a16:creationId xmlns:a16="http://schemas.microsoft.com/office/drawing/2014/main" xmlns="" id="{714C1223-2B78-4715-9ACB-079A60D16D3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  <a:extLst/>
          </p:spPr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xmlns="" id="{1D9109D3-C92A-410B-9B43-5F02B2D84EE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  <a:extLst/>
          </p:spPr>
        </p:sp>
        <p:sp>
          <p:nvSpPr>
            <p:cNvPr id="27" name="Freeform 34">
              <a:extLst>
                <a:ext uri="{FF2B5EF4-FFF2-40B4-BE49-F238E27FC236}">
                  <a16:creationId xmlns:a16="http://schemas.microsoft.com/office/drawing/2014/main" xmlns="" id="{EF5B327A-A1AE-42F3-815E-84F4AA2948C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  <a:extLst/>
          </p:spPr>
        </p:sp>
        <p:sp>
          <p:nvSpPr>
            <p:cNvPr id="28" name="Freeform 37">
              <a:extLst>
                <a:ext uri="{FF2B5EF4-FFF2-40B4-BE49-F238E27FC236}">
                  <a16:creationId xmlns:a16="http://schemas.microsoft.com/office/drawing/2014/main" xmlns="" id="{77738BDE-751F-4D4C-B4C4-C9DF3EA2919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  <a:extLst/>
          </p:spPr>
        </p:sp>
        <p:sp>
          <p:nvSpPr>
            <p:cNvPr id="29" name="Freeform 35">
              <a:extLst>
                <a:ext uri="{FF2B5EF4-FFF2-40B4-BE49-F238E27FC236}">
                  <a16:creationId xmlns:a16="http://schemas.microsoft.com/office/drawing/2014/main" xmlns="" id="{9C8C4AD6-72BF-490C-963C-97C7FD7E7EA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  <a:extLst/>
          </p:spPr>
        </p:sp>
        <p:sp>
          <p:nvSpPr>
            <p:cNvPr id="30" name="Freeform 36">
              <a:extLst>
                <a:ext uri="{FF2B5EF4-FFF2-40B4-BE49-F238E27FC236}">
                  <a16:creationId xmlns:a16="http://schemas.microsoft.com/office/drawing/2014/main" xmlns="" id="{94990E31-5AA8-4502-A963-CE1B539DAC4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  <a:extLst/>
          </p:spPr>
        </p:sp>
        <p:sp>
          <p:nvSpPr>
            <p:cNvPr id="31" name="Freeform 38">
              <a:extLst>
                <a:ext uri="{FF2B5EF4-FFF2-40B4-BE49-F238E27FC236}">
                  <a16:creationId xmlns:a16="http://schemas.microsoft.com/office/drawing/2014/main" xmlns="" id="{9E703E9D-ED76-449C-A8C0-7A1E24B8B27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  <a:extLst/>
          </p:spPr>
        </p:sp>
        <p:sp>
          <p:nvSpPr>
            <p:cNvPr id="32" name="Freeform 39">
              <a:extLst>
                <a:ext uri="{FF2B5EF4-FFF2-40B4-BE49-F238E27FC236}">
                  <a16:creationId xmlns:a16="http://schemas.microsoft.com/office/drawing/2014/main" xmlns="" id="{C70A75E8-C815-4CCF-ABEE-83F19BFE051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  <a:extLst/>
          </p:spPr>
        </p:sp>
        <p:sp>
          <p:nvSpPr>
            <p:cNvPr id="33" name="Freeform 40">
              <a:extLst>
                <a:ext uri="{FF2B5EF4-FFF2-40B4-BE49-F238E27FC236}">
                  <a16:creationId xmlns:a16="http://schemas.microsoft.com/office/drawing/2014/main" xmlns="" id="{E15638E1-6A92-4D31-A034-853A65A754E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  <a:extLst/>
          </p:spPr>
        </p:sp>
        <p:sp>
          <p:nvSpPr>
            <p:cNvPr id="34" name="Rectangle 41">
              <a:extLst>
                <a:ext uri="{FF2B5EF4-FFF2-40B4-BE49-F238E27FC236}">
                  <a16:creationId xmlns:a16="http://schemas.microsoft.com/office/drawing/2014/main" xmlns="" id="{EA3E8D58-D52B-4300-8A50-5696430D1A6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  <a:extLst/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4F35C0A-94C7-4DB9-AB59-A72D7888A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9778" y="2776536"/>
            <a:ext cx="6858000" cy="1367896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Regression of superconducting critical temperature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30182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/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E978A47D-4F17-40FE-AB70-7AF78A9575E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5400" y="-142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85BE3A7E-6A3F-401E-A025-BBB8FDB8DD3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xmlns="" id="{41EE9036-817C-476C-BD59-B5184F9A3E3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xmlns="" id="{F098087A-B4E4-4300-A841-44988BD88E2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xmlns="" id="{F5BD5F4B-A39C-4DF9-84E4-A4D33F30E6E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xmlns="" id="{D7FA9858-BFA0-4D5B-AF72-B1B65EB0699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xmlns="" id="{A508A5F3-AFE0-4750-A9C2-B51A514FFC4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xmlns="" id="{92B4AAEB-ABF4-42A7-BE52-0B442190D16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xmlns="" id="{3767C370-4A42-4376-8CAE-606C4BC8F45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xmlns="" id="{36205F53-9C95-4954-B97C-1625BB8A350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xmlns="" id="{DC80B58E-3469-43E9-96FC-D747B698303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xmlns="" id="{E17A4ED2-DDD7-4B4D-A39C-9B0121C8862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xmlns="" id="{A2C14A85-E7A9-4E1D-809F-20F5CFA788B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xmlns="" id="{F3D51E32-9399-4B7F-8D91-BF9A068B834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xmlns="" id="{9969F9D2-502D-4C1D-ABA5-02B1BF2A001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xmlns="" id="{4AE555C6-5623-478A-BF35-63E9929A3A2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xmlns="" id="{A3D3AED4-A69E-4301-9BB4-436DC5F0C95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xmlns="" id="{C3B8082C-2D81-48D7-8B45-85B7C892963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xmlns="" id="{9AD35461-BA86-408B-8A29-244EB2F2FB5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xmlns="" id="{F238E495-B6C6-4857-899B-CDD58483120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xmlns="" id="{E20A751E-054C-4EC2-8DA3-0EC923A6588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xmlns="" id="{B6E8E701-3D21-4E5C-AB6E-9A74046970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xmlns="" id="{431BDA41-D09D-4984-B888-756F5F81B49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xmlns="" id="{0DC943D2-20E4-4C00-82D2-D405A7C00BB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xmlns="" id="{4BC34A74-80A2-4DE1-8ADC-BBD1709035B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xmlns="" id="{C6C3CA25-431F-4E26-952D-4AA9C4C725C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xmlns="" id="{776D1836-82AE-40EF-9829-C6B8D2CF025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xmlns="" id="{9A8E397E-ADF9-45C1-98F4-3F5A86378B6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xmlns="" id="{DE07CFD9-357F-40BC-A792-CE874BFE509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1379879-8BE3-4DD9-B96F-71B856CE1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919" y="1082673"/>
            <a:ext cx="2869416" cy="4708528"/>
          </a:xfrm>
        </p:spPr>
        <p:txBody>
          <a:bodyPr>
            <a:normAutofit/>
          </a:bodyPr>
          <a:lstStyle/>
          <a:p>
            <a:pPr algn="r"/>
            <a:r>
              <a:rPr lang="en-US" sz="4000" dirty="0"/>
              <a:t>Contents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xmlns="" id="{085ECEC0-FF5D-4348-92C7-1EA7C61E77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465429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414368B6-2984-4B95-BD55-08334D03B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1113" y="474663"/>
            <a:ext cx="5922159" cy="5894388"/>
          </a:xfrm>
        </p:spPr>
        <p:txBody>
          <a:bodyPr numCol="2" anchor="ctr">
            <a:normAutofit/>
          </a:bodyPr>
          <a:lstStyle/>
          <a:p>
            <a:r>
              <a:rPr lang="en-IN" dirty="0"/>
              <a:t>Introduction</a:t>
            </a:r>
          </a:p>
          <a:p>
            <a:r>
              <a:rPr lang="en-IN" dirty="0"/>
              <a:t>Abstract</a:t>
            </a:r>
          </a:p>
          <a:p>
            <a:r>
              <a:rPr lang="en-IN" dirty="0"/>
              <a:t>Existing System</a:t>
            </a:r>
          </a:p>
          <a:p>
            <a:r>
              <a:rPr lang="en-IN" dirty="0"/>
              <a:t>Proposed System</a:t>
            </a:r>
          </a:p>
          <a:p>
            <a:r>
              <a:rPr lang="en-IN" dirty="0"/>
              <a:t>Project architecture</a:t>
            </a:r>
          </a:p>
          <a:p>
            <a:r>
              <a:rPr lang="en-IN" dirty="0"/>
              <a:t>Evaluation </a:t>
            </a:r>
            <a:r>
              <a:rPr lang="en-IN" dirty="0" smtClean="0"/>
              <a:t>Metrics</a:t>
            </a:r>
          </a:p>
          <a:p>
            <a:r>
              <a:rPr lang="en-IN" dirty="0" smtClean="0"/>
              <a:t>Implementation</a:t>
            </a:r>
            <a:endParaRPr lang="en-IN" dirty="0"/>
          </a:p>
          <a:p>
            <a:r>
              <a:rPr lang="en-IN" dirty="0"/>
              <a:t>Possible Extensions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xmlns="" id="{F4E035BE-9FF4-43D3-BC25-CF582D7FF8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xmlns="" id="{F98BCEB2-EC20-4E84-A994-0AC37292C8B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xmlns="" id="{7A2E1821-AEDF-417E-9F17-83379E9C094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xmlns="" id="{CB3734E2-8292-4B47-B6AB-0E5A058DE95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xmlns="" id="{A0B09C51-29AB-45C0-B707-CCFB9DF280B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xmlns="" id="{510C0CED-AE1B-45AE-B5E1-57521E589D2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xmlns="" id="{591F2327-4B45-41AA-B41C-7404B6A1E4F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xmlns="" id="{5A63224C-41A0-42C0-96F6-0B2BE99A135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xmlns="" id="{A7C00B9F-C253-4776-9935-EC02254A4F2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xmlns="" id="{5062D4AA-13F3-4064-8440-FFE8562D854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xmlns="" id="{3E143B27-CB82-440B-879B-D25C1891C19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</p:grpSp>
    </p:spTree>
    <p:extLst>
      <p:ext uri="{BB962C8B-B14F-4D97-AF65-F5344CB8AC3E}">
        <p14:creationId xmlns:p14="http://schemas.microsoft.com/office/powerpoint/2010/main" val="402577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xmlns="" id="{6BFC9644-673A-459F-B3C5-9310A4E50E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xmlns="" id="{4ADB9295-9645-4BF2-ADFD-75800B7FAD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60" name="Rectangle 5">
              <a:extLst>
                <a:ext uri="{FF2B5EF4-FFF2-40B4-BE49-F238E27FC236}">
                  <a16:creationId xmlns:a16="http://schemas.microsoft.com/office/drawing/2014/main" xmlns="" id="{95B061E9-E435-4E1B-B160-96584A11669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1" name="Freeform 6">
              <a:extLst>
                <a:ext uri="{FF2B5EF4-FFF2-40B4-BE49-F238E27FC236}">
                  <a16:creationId xmlns:a16="http://schemas.microsoft.com/office/drawing/2014/main" xmlns="" id="{3CD7972E-7D38-40EE-A80B-E2A848811ED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7">
              <a:extLst>
                <a:ext uri="{FF2B5EF4-FFF2-40B4-BE49-F238E27FC236}">
                  <a16:creationId xmlns:a16="http://schemas.microsoft.com/office/drawing/2014/main" xmlns="" id="{524A3B55-746F-419F-8CFF-5F3A4BE1434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8">
              <a:extLst>
                <a:ext uri="{FF2B5EF4-FFF2-40B4-BE49-F238E27FC236}">
                  <a16:creationId xmlns:a16="http://schemas.microsoft.com/office/drawing/2014/main" xmlns="" id="{9C63219B-AD72-4494-935E-F5C70DB5497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9">
              <a:extLst>
                <a:ext uri="{FF2B5EF4-FFF2-40B4-BE49-F238E27FC236}">
                  <a16:creationId xmlns:a16="http://schemas.microsoft.com/office/drawing/2014/main" xmlns="" id="{15B41FD2-05E2-44E7-8760-09E65D1C603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10">
              <a:extLst>
                <a:ext uri="{FF2B5EF4-FFF2-40B4-BE49-F238E27FC236}">
                  <a16:creationId xmlns:a16="http://schemas.microsoft.com/office/drawing/2014/main" xmlns="" id="{FE6D63D0-3347-4EE2-8F65-F1C32168FA2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6" name="Freeform 11">
              <a:extLst>
                <a:ext uri="{FF2B5EF4-FFF2-40B4-BE49-F238E27FC236}">
                  <a16:creationId xmlns:a16="http://schemas.microsoft.com/office/drawing/2014/main" xmlns="" id="{538A46A3-DB16-45D5-B636-03EFE39FE96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7" name="Freeform 12">
              <a:extLst>
                <a:ext uri="{FF2B5EF4-FFF2-40B4-BE49-F238E27FC236}">
                  <a16:creationId xmlns:a16="http://schemas.microsoft.com/office/drawing/2014/main" xmlns="" id="{0B8A2B0E-823F-4BE8-9359-45143BB1248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8" name="Freeform 13">
              <a:extLst>
                <a:ext uri="{FF2B5EF4-FFF2-40B4-BE49-F238E27FC236}">
                  <a16:creationId xmlns:a16="http://schemas.microsoft.com/office/drawing/2014/main" xmlns="" id="{44516B3C-A8BE-46FC-B643-3DFEB7F2838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14">
              <a:extLst>
                <a:ext uri="{FF2B5EF4-FFF2-40B4-BE49-F238E27FC236}">
                  <a16:creationId xmlns:a16="http://schemas.microsoft.com/office/drawing/2014/main" xmlns="" id="{59FD699C-3920-4E57-BE27-165A3F036C2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Freeform 15">
              <a:extLst>
                <a:ext uri="{FF2B5EF4-FFF2-40B4-BE49-F238E27FC236}">
                  <a16:creationId xmlns:a16="http://schemas.microsoft.com/office/drawing/2014/main" xmlns="" id="{0FB0C02E-3F53-4889-8ADF-80DBC43F693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1" name="Line 16">
              <a:extLst>
                <a:ext uri="{FF2B5EF4-FFF2-40B4-BE49-F238E27FC236}">
                  <a16:creationId xmlns:a16="http://schemas.microsoft.com/office/drawing/2014/main" xmlns="" id="{F8A0C89C-946F-4BCD-8A27-BB73E37FE52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2" name="Freeform 17">
              <a:extLst>
                <a:ext uri="{FF2B5EF4-FFF2-40B4-BE49-F238E27FC236}">
                  <a16:creationId xmlns:a16="http://schemas.microsoft.com/office/drawing/2014/main" xmlns="" id="{70C83EAF-4E92-4849-A240-B257871DC03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8">
              <a:extLst>
                <a:ext uri="{FF2B5EF4-FFF2-40B4-BE49-F238E27FC236}">
                  <a16:creationId xmlns:a16="http://schemas.microsoft.com/office/drawing/2014/main" xmlns="" id="{320FD164-4D7A-469C-B3F4-B926BFACF53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9">
              <a:extLst>
                <a:ext uri="{FF2B5EF4-FFF2-40B4-BE49-F238E27FC236}">
                  <a16:creationId xmlns:a16="http://schemas.microsoft.com/office/drawing/2014/main" xmlns="" id="{F6E14D9A-4E63-48FF-95C5-9E8DDFF86C4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20">
              <a:extLst>
                <a:ext uri="{FF2B5EF4-FFF2-40B4-BE49-F238E27FC236}">
                  <a16:creationId xmlns:a16="http://schemas.microsoft.com/office/drawing/2014/main" xmlns="" id="{F3DCD24F-3CA8-4404-B22C-E4C928995F3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Rectangle 21">
              <a:extLst>
                <a:ext uri="{FF2B5EF4-FFF2-40B4-BE49-F238E27FC236}">
                  <a16:creationId xmlns:a16="http://schemas.microsoft.com/office/drawing/2014/main" xmlns="" id="{8AD2E827-32A3-4BE4-9CC6-8315629177A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7" name="Freeform 22">
              <a:extLst>
                <a:ext uri="{FF2B5EF4-FFF2-40B4-BE49-F238E27FC236}">
                  <a16:creationId xmlns:a16="http://schemas.microsoft.com/office/drawing/2014/main" xmlns="" id="{47FB2CCC-1230-494F-B2D1-F05E5B8EDF5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23">
              <a:extLst>
                <a:ext uri="{FF2B5EF4-FFF2-40B4-BE49-F238E27FC236}">
                  <a16:creationId xmlns:a16="http://schemas.microsoft.com/office/drawing/2014/main" xmlns="" id="{A5F44514-9274-47E3-9243-CA9356C166B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24">
              <a:extLst>
                <a:ext uri="{FF2B5EF4-FFF2-40B4-BE49-F238E27FC236}">
                  <a16:creationId xmlns:a16="http://schemas.microsoft.com/office/drawing/2014/main" xmlns="" id="{D06192CD-AD86-4DCA-8B53-4ACCA46583A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25">
              <a:extLst>
                <a:ext uri="{FF2B5EF4-FFF2-40B4-BE49-F238E27FC236}">
                  <a16:creationId xmlns:a16="http://schemas.microsoft.com/office/drawing/2014/main" xmlns="" id="{99E9203A-21E4-46D8-981A-4B28CA320A6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26">
              <a:extLst>
                <a:ext uri="{FF2B5EF4-FFF2-40B4-BE49-F238E27FC236}">
                  <a16:creationId xmlns:a16="http://schemas.microsoft.com/office/drawing/2014/main" xmlns="" id="{32FCE9B6-FB52-4045-8DCC-E5959B9A403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7">
              <a:extLst>
                <a:ext uri="{FF2B5EF4-FFF2-40B4-BE49-F238E27FC236}">
                  <a16:creationId xmlns:a16="http://schemas.microsoft.com/office/drawing/2014/main" xmlns="" id="{E4A7025C-CDE8-429A-BBB9-E7380C96238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8">
              <a:extLst>
                <a:ext uri="{FF2B5EF4-FFF2-40B4-BE49-F238E27FC236}">
                  <a16:creationId xmlns:a16="http://schemas.microsoft.com/office/drawing/2014/main" xmlns="" id="{A4EA0256-5DF5-437A-98A7-B79F3E6BB89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9">
              <a:extLst>
                <a:ext uri="{FF2B5EF4-FFF2-40B4-BE49-F238E27FC236}">
                  <a16:creationId xmlns:a16="http://schemas.microsoft.com/office/drawing/2014/main" xmlns="" id="{90C9433D-9E1C-493B-BEBD-C3081FFA328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30">
              <a:extLst>
                <a:ext uri="{FF2B5EF4-FFF2-40B4-BE49-F238E27FC236}">
                  <a16:creationId xmlns:a16="http://schemas.microsoft.com/office/drawing/2014/main" xmlns="" id="{352B39BB-F298-4285-A709-1FBA0CB722C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31">
              <a:extLst>
                <a:ext uri="{FF2B5EF4-FFF2-40B4-BE49-F238E27FC236}">
                  <a16:creationId xmlns:a16="http://schemas.microsoft.com/office/drawing/2014/main" xmlns="" id="{31CAF2A0-CBA0-4E86-AA87-8750EC1AFB2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D0609F-0A4D-4E39-9BC3-2EF5C51E4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015" y="1093787"/>
            <a:ext cx="3059969" cy="4697413"/>
          </a:xfrm>
        </p:spPr>
        <p:txBody>
          <a:bodyPr>
            <a:normAutofit/>
          </a:bodyPr>
          <a:lstStyle/>
          <a:p>
            <a:r>
              <a:rPr lang="en-US" sz="3300" b="1" dirty="0"/>
              <a:t>Introduction</a:t>
            </a:r>
          </a:p>
        </p:txBody>
      </p:sp>
      <p:sp useBgFill="1">
        <p:nvSpPr>
          <p:cNvPr id="88" name="Round Diagonal Corner Rectangle 7">
            <a:extLst>
              <a:ext uri="{FF2B5EF4-FFF2-40B4-BE49-F238E27FC236}">
                <a16:creationId xmlns:a16="http://schemas.microsoft.com/office/drawing/2014/main" xmlns="" id="{7D1C411D-0818-4640-8657-2AF78250C80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B672519-C4B1-4C5B-B0BE-78BFD9595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7999" y="1276523"/>
            <a:ext cx="6817061" cy="4678190"/>
          </a:xfrm>
        </p:spPr>
        <p:txBody>
          <a:bodyPr>
            <a:normAutofit/>
          </a:bodyPr>
          <a:lstStyle/>
          <a:p>
            <a:r>
              <a:rPr lang="en-US" sz="2800" dirty="0"/>
              <a:t>Superconductivity is one of the main stream research topics in physics, chemistry and materials science. </a:t>
            </a:r>
          </a:p>
          <a:p>
            <a:r>
              <a:rPr lang="en-US" sz="2800" dirty="0"/>
              <a:t>Being studied from past 30 years</a:t>
            </a:r>
          </a:p>
          <a:p>
            <a:r>
              <a:rPr lang="en-US" sz="2800" dirty="0"/>
              <a:t>It is possible to employ statistics and Machine Learning to predict certain properties of superconductors.</a:t>
            </a:r>
          </a:p>
        </p:txBody>
      </p:sp>
    </p:spTree>
    <p:extLst>
      <p:ext uri="{BB962C8B-B14F-4D97-AF65-F5344CB8AC3E}">
        <p14:creationId xmlns:p14="http://schemas.microsoft.com/office/powerpoint/2010/main" val="819673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7897F7-C5C6-4AEE-B2CC-C439293FB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5894387" cy="1478570"/>
          </a:xfrm>
        </p:spPr>
        <p:txBody>
          <a:bodyPr anchor="b">
            <a:normAutofit/>
          </a:bodyPr>
          <a:lstStyle/>
          <a:p>
            <a:r>
              <a:rPr lang="en-US" dirty="0"/>
              <a:t>Existing System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xmlns="" id="{1EAD3523-E294-4CCC-8C44-FEB426926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5894388" cy="3541714"/>
          </a:xfrm>
        </p:spPr>
        <p:txBody>
          <a:bodyPr>
            <a:normAutofit/>
          </a:bodyPr>
          <a:lstStyle/>
          <a:p>
            <a:r>
              <a:rPr lang="en-US" dirty="0"/>
              <a:t>The material’s conductivity is measured along with temperature.</a:t>
            </a:r>
          </a:p>
          <a:p>
            <a:r>
              <a:rPr lang="en-US" dirty="0"/>
              <a:t>Then the estimated value of Tc (critical temp.) is checked for errors.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xmlns="" id="{CB610BFE-53A4-4E1A-BACD-31F5ABDE0B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5"/>
          <a:stretch/>
        </p:blipFill>
        <p:spPr>
          <a:xfrm>
            <a:off x="7619998" y="780235"/>
            <a:ext cx="3425199" cy="2337870"/>
          </a:xfrm>
          <a:custGeom>
            <a:avLst/>
            <a:gdLst>
              <a:gd name="connsiteX0" fmla="*/ 166465 w 3425199"/>
              <a:gd name="connsiteY0" fmla="*/ 0 h 2337870"/>
              <a:gd name="connsiteX1" fmla="*/ 3425199 w 3425199"/>
              <a:gd name="connsiteY1" fmla="*/ 0 h 2337870"/>
              <a:gd name="connsiteX2" fmla="*/ 3425199 w 3425199"/>
              <a:gd name="connsiteY2" fmla="*/ 2337870 h 2337870"/>
              <a:gd name="connsiteX3" fmla="*/ 0 w 3425199"/>
              <a:gd name="connsiteY3" fmla="*/ 2337870 h 2337870"/>
              <a:gd name="connsiteX4" fmla="*/ 0 w 3425199"/>
              <a:gd name="connsiteY4" fmla="*/ 166465 h 2337870"/>
              <a:gd name="connsiteX5" fmla="*/ 166465 w 3425199"/>
              <a:gd name="connsiteY5" fmla="*/ 0 h 2337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5199" h="2337870">
                <a:moveTo>
                  <a:pt x="166465" y="0"/>
                </a:moveTo>
                <a:lnTo>
                  <a:pt x="3425199" y="0"/>
                </a:lnTo>
                <a:lnTo>
                  <a:pt x="3425199" y="2337870"/>
                </a:lnTo>
                <a:lnTo>
                  <a:pt x="0" y="2337870"/>
                </a:lnTo>
                <a:lnTo>
                  <a:pt x="0" y="166465"/>
                </a:lnTo>
                <a:cubicBezTo>
                  <a:pt x="0" y="74529"/>
                  <a:pt x="74529" y="0"/>
                  <a:pt x="166465" y="0"/>
                </a:cubicBezTo>
                <a:close/>
              </a:path>
            </a:pathLst>
          </a:cu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B4E27EDA-7A6D-41CB-968B-6C156ED1D0C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39" r="16736" b="3"/>
          <a:stretch/>
        </p:blipFill>
        <p:spPr>
          <a:xfrm>
            <a:off x="7619998" y="3282697"/>
            <a:ext cx="3425199" cy="2337870"/>
          </a:xfrm>
          <a:custGeom>
            <a:avLst/>
            <a:gdLst>
              <a:gd name="connsiteX0" fmla="*/ 0 w 3425199"/>
              <a:gd name="connsiteY0" fmla="*/ 0 h 2337870"/>
              <a:gd name="connsiteX1" fmla="*/ 3425199 w 3425199"/>
              <a:gd name="connsiteY1" fmla="*/ 0 h 2337870"/>
              <a:gd name="connsiteX2" fmla="*/ 3425199 w 3425199"/>
              <a:gd name="connsiteY2" fmla="*/ 2171405 h 2337870"/>
              <a:gd name="connsiteX3" fmla="*/ 3258734 w 3425199"/>
              <a:gd name="connsiteY3" fmla="*/ 2337870 h 2337870"/>
              <a:gd name="connsiteX4" fmla="*/ 0 w 3425199"/>
              <a:gd name="connsiteY4" fmla="*/ 2337870 h 2337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5199" h="2337870">
                <a:moveTo>
                  <a:pt x="0" y="0"/>
                </a:moveTo>
                <a:lnTo>
                  <a:pt x="3425199" y="0"/>
                </a:lnTo>
                <a:lnTo>
                  <a:pt x="3425199" y="2171405"/>
                </a:lnTo>
                <a:cubicBezTo>
                  <a:pt x="3425199" y="2263341"/>
                  <a:pt x="3350670" y="2337870"/>
                  <a:pt x="3258734" y="2337870"/>
                </a:cubicBezTo>
                <a:lnTo>
                  <a:pt x="0" y="2337870"/>
                </a:lnTo>
                <a:close/>
              </a:path>
            </a:pathLst>
          </a:cu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8B2122C9-ECBD-419E-B872-5C0E1A563B60}"/>
              </a:ext>
            </a:extLst>
          </p:cNvPr>
          <p:cNvSpPr/>
          <p:nvPr/>
        </p:nvSpPr>
        <p:spPr>
          <a:xfrm>
            <a:off x="2207741" y="5964032"/>
            <a:ext cx="88374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citation: http://web.mit.edu/shawest/Public/jlab/Supercon/superpaper.pdf</a:t>
            </a:r>
          </a:p>
        </p:txBody>
      </p:sp>
    </p:spTree>
    <p:extLst>
      <p:ext uri="{BB962C8B-B14F-4D97-AF65-F5344CB8AC3E}">
        <p14:creationId xmlns:p14="http://schemas.microsoft.com/office/powerpoint/2010/main" val="387251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A0B38558-5389-4817-936F-FD62560CAC1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CCB252B9-42EF-4414-AA22-2A95C181978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xmlns="" id="{F9C2C800-C3E3-4317-A3CC-1558D71F14B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15502586-682B-4EDF-9515-674BB4E1CD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372533" y="0"/>
            <a:ext cx="11455400" cy="6848476"/>
            <a:chOff x="372533" y="0"/>
            <a:chExt cx="11455400" cy="6848476"/>
          </a:xfrm>
        </p:grpSpPr>
        <p:sp>
          <p:nvSpPr>
            <p:cNvPr id="15" name="Round Diagonal Corner Rectangle 7">
              <a:extLst>
                <a:ext uri="{FF2B5EF4-FFF2-40B4-BE49-F238E27FC236}">
                  <a16:creationId xmlns:a16="http://schemas.microsoft.com/office/drawing/2014/main" xmlns="" id="{C4491F87-B86B-413A-ACCD-56525E5330A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922867" y="766234"/>
              <a:ext cx="10346266" cy="5325532"/>
            </a:xfrm>
            <a:prstGeom prst="round2DiagRect">
              <a:avLst>
                <a:gd name="adj1" fmla="val 4147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xmlns="" id="{04A25545-7FDA-465A-8546-9D927F8286F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11085512" y="0"/>
              <a:ext cx="650875" cy="1730375"/>
              <a:chOff x="11347978" y="0"/>
              <a:chExt cx="650875" cy="1730375"/>
            </a:xfrm>
          </p:grpSpPr>
          <p:sp>
            <p:nvSpPr>
              <p:cNvPr id="36" name="Freeform 32">
                <a:extLst>
                  <a:ext uri="{FF2B5EF4-FFF2-40B4-BE49-F238E27FC236}">
                    <a16:creationId xmlns:a16="http://schemas.microsoft.com/office/drawing/2014/main" xmlns="" id="{0AC67F09-E0D9-410A-A4DE-72D31697EBC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67041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  <a:extLst/>
            </p:spPr>
          </p:sp>
          <p:sp>
            <p:nvSpPr>
              <p:cNvPr id="37" name="Freeform 33">
                <a:extLst>
                  <a:ext uri="{FF2B5EF4-FFF2-40B4-BE49-F238E27FC236}">
                    <a16:creationId xmlns:a16="http://schemas.microsoft.com/office/drawing/2014/main" xmlns="" id="{B78F2FDE-85C9-4650-919F-C35464007D7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347978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  <a:extLst/>
            </p:spPr>
          </p:sp>
          <p:sp>
            <p:nvSpPr>
              <p:cNvPr id="38" name="Freeform 34">
                <a:extLst>
                  <a:ext uri="{FF2B5EF4-FFF2-40B4-BE49-F238E27FC236}">
                    <a16:creationId xmlns:a16="http://schemas.microsoft.com/office/drawing/2014/main" xmlns="" id="{57DD2F8B-5242-455C-B03F-E2F6B6732EF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614678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  <a:extLst/>
            </p:spPr>
          </p:sp>
          <p:sp>
            <p:nvSpPr>
              <p:cNvPr id="39" name="Freeform 37">
                <a:extLst>
                  <a:ext uri="{FF2B5EF4-FFF2-40B4-BE49-F238E27FC236}">
                    <a16:creationId xmlns:a16="http://schemas.microsoft.com/office/drawing/2014/main" xmlns="" id="{B8CE3E90-8A76-4CD5-B28C-D71FF37185D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694053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  <a:extLst/>
            </p:spPr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xmlns="" id="{4C374541-D033-4B72-A232-5461EEAD4DF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 flipH="1">
              <a:off x="11229445" y="4867275"/>
              <a:ext cx="598488" cy="1981201"/>
              <a:chOff x="11424178" y="4867275"/>
              <a:chExt cx="598488" cy="1981201"/>
            </a:xfrm>
          </p:grpSpPr>
          <p:sp>
            <p:nvSpPr>
              <p:cNvPr id="30" name="Freeform 35">
                <a:extLst>
                  <a:ext uri="{FF2B5EF4-FFF2-40B4-BE49-F238E27FC236}">
                    <a16:creationId xmlns:a16="http://schemas.microsoft.com/office/drawing/2014/main" xmlns="" id="{94766BAB-FE6E-4247-886B-736F831FEB3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514666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  <a:extLst/>
            </p:spPr>
          </p:sp>
          <p:sp>
            <p:nvSpPr>
              <p:cNvPr id="31" name="Freeform 36">
                <a:extLst>
                  <a:ext uri="{FF2B5EF4-FFF2-40B4-BE49-F238E27FC236}">
                    <a16:creationId xmlns:a16="http://schemas.microsoft.com/office/drawing/2014/main" xmlns="" id="{3C954FB2-C7A0-468C-8AD2-C278DCA6421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755966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  <a:extLst/>
            </p:spPr>
          </p:sp>
          <p:sp>
            <p:nvSpPr>
              <p:cNvPr id="32" name="Freeform 38">
                <a:extLst>
                  <a:ext uri="{FF2B5EF4-FFF2-40B4-BE49-F238E27FC236}">
                    <a16:creationId xmlns:a16="http://schemas.microsoft.com/office/drawing/2014/main" xmlns="" id="{F52FBFD5-A528-4DB8-A802-814A7E421D6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619441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  <a:extLst/>
            </p:spPr>
          </p:sp>
          <p:sp>
            <p:nvSpPr>
              <p:cNvPr id="33" name="Freeform 39">
                <a:extLst>
                  <a:ext uri="{FF2B5EF4-FFF2-40B4-BE49-F238E27FC236}">
                    <a16:creationId xmlns:a16="http://schemas.microsoft.com/office/drawing/2014/main" xmlns="" id="{E57CCB6D-72AF-4D41-8C6C-9750D43DC60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24178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  <a:extLst/>
            </p:spPr>
          </p:sp>
          <p:sp>
            <p:nvSpPr>
              <p:cNvPr id="34" name="Freeform 40">
                <a:extLst>
                  <a:ext uri="{FF2B5EF4-FFF2-40B4-BE49-F238E27FC236}">
                    <a16:creationId xmlns:a16="http://schemas.microsoft.com/office/drawing/2014/main" xmlns="" id="{19D203AA-CF94-405B-800C-0C798552188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832166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  <a:extLst/>
            </p:spPr>
          </p:sp>
          <p:sp>
            <p:nvSpPr>
              <p:cNvPr id="35" name="Rectangle 41">
                <a:extLst>
                  <a:ext uri="{FF2B5EF4-FFF2-40B4-BE49-F238E27FC236}">
                    <a16:creationId xmlns:a16="http://schemas.microsoft.com/office/drawing/2014/main" xmlns="" id="{7D053665-E810-419F-9D63-2A54CB47738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922653" y="6596063"/>
                <a:ext cx="23813" cy="252413"/>
              </a:xfrm>
              <a:prstGeom prst="rect">
                <a:avLst/>
              </a:prstGeom>
              <a:solidFill>
                <a:schemeClr val="tx2">
                  <a:alpha val="80000"/>
                </a:schemeClr>
              </a:solidFill>
              <a:ln>
                <a:noFill/>
              </a:ln>
              <a:extLst/>
            </p:spPr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xmlns="" id="{DEAF6153-6BF6-448C-81C1-2817B0F7800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 flipH="1">
              <a:off x="440267" y="5118101"/>
              <a:ext cx="650875" cy="1730375"/>
              <a:chOff x="118533" y="5118101"/>
              <a:chExt cx="650875" cy="1730375"/>
            </a:xfrm>
          </p:grpSpPr>
          <p:sp>
            <p:nvSpPr>
              <p:cNvPr id="26" name="Freeform 32">
                <a:extLst>
                  <a:ext uri="{FF2B5EF4-FFF2-40B4-BE49-F238E27FC236}">
                    <a16:creationId xmlns:a16="http://schemas.microsoft.com/office/drawing/2014/main" xmlns="" id="{A7E0D3C0-552C-4741-AFBE-E665CEA0689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 flipV="1">
                <a:off x="237596" y="6335713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  <a:extLst/>
            </p:spPr>
          </p:sp>
          <p:sp>
            <p:nvSpPr>
              <p:cNvPr id="27" name="Freeform 33">
                <a:extLst>
                  <a:ext uri="{FF2B5EF4-FFF2-40B4-BE49-F238E27FC236}">
                    <a16:creationId xmlns:a16="http://schemas.microsoft.com/office/drawing/2014/main" xmlns="" id="{CAF96EBF-4E74-4F88-BD05-A4AE1694A45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 flipV="1">
                <a:off x="118533" y="622141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  <a:extLst/>
            </p:spPr>
          </p:sp>
          <p:sp>
            <p:nvSpPr>
              <p:cNvPr id="28" name="Freeform 34">
                <a:extLst>
                  <a:ext uri="{FF2B5EF4-FFF2-40B4-BE49-F238E27FC236}">
                    <a16:creationId xmlns:a16="http://schemas.microsoft.com/office/drawing/2014/main" xmlns="" id="{D49C51B9-E4E4-410D-8AAB-7E308A1D452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 flipV="1">
                <a:off x="385233" y="5118101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  <a:extLst/>
            </p:spPr>
          </p:sp>
          <p:sp>
            <p:nvSpPr>
              <p:cNvPr id="29" name="Freeform 37">
                <a:extLst>
                  <a:ext uri="{FF2B5EF4-FFF2-40B4-BE49-F238E27FC236}">
                    <a16:creationId xmlns:a16="http://schemas.microsoft.com/office/drawing/2014/main" xmlns="" id="{354F0627-1BD6-4455-967A-32DB31C82C3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 flipV="1">
                <a:off x="464608" y="5299075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  <a:extLst/>
            </p:spPr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xmlns="" id="{BC21AED9-0CB5-426C-A1C4-6EEB548050D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372533" y="0"/>
              <a:ext cx="598488" cy="1981201"/>
              <a:chOff x="194733" y="0"/>
              <a:chExt cx="598488" cy="1981201"/>
            </a:xfrm>
          </p:grpSpPr>
          <p:sp>
            <p:nvSpPr>
              <p:cNvPr id="20" name="Freeform 35">
                <a:extLst>
                  <a:ext uri="{FF2B5EF4-FFF2-40B4-BE49-F238E27FC236}">
                    <a16:creationId xmlns:a16="http://schemas.microsoft.com/office/drawing/2014/main" xmlns="" id="{8D8A778B-9916-47AC-A28A-07F01A83F49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 flipV="1">
                <a:off x="285221" y="0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  <a:extLst/>
            </p:spPr>
          </p:sp>
          <p:sp>
            <p:nvSpPr>
              <p:cNvPr id="21" name="Freeform 36">
                <a:extLst>
                  <a:ext uri="{FF2B5EF4-FFF2-40B4-BE49-F238E27FC236}">
                    <a16:creationId xmlns:a16="http://schemas.microsoft.com/office/drawing/2014/main" xmlns="" id="{65323B96-DF0E-463C-B290-C22D3C55324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 flipV="1">
                <a:off x="526521" y="1141413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  <a:extLst/>
            </p:spPr>
          </p:sp>
          <p:sp>
            <p:nvSpPr>
              <p:cNvPr id="22" name="Freeform 38">
                <a:extLst>
                  <a:ext uri="{FF2B5EF4-FFF2-40B4-BE49-F238E27FC236}">
                    <a16:creationId xmlns:a16="http://schemas.microsoft.com/office/drawing/2014/main" xmlns="" id="{65A0E255-1142-422E-A62A-5044177C5AE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 flipV="1">
                <a:off x="389996" y="1792288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  <a:extLst/>
            </p:spPr>
          </p:sp>
          <p:sp>
            <p:nvSpPr>
              <p:cNvPr id="23" name="Freeform 39">
                <a:extLst>
                  <a:ext uri="{FF2B5EF4-FFF2-40B4-BE49-F238E27FC236}">
                    <a16:creationId xmlns:a16="http://schemas.microsoft.com/office/drawing/2014/main" xmlns="" id="{233A955D-DB0D-42F8-B490-E01FB9C45C3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 flipV="1">
                <a:off x="194733" y="0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  <a:extLst/>
            </p:spPr>
          </p:sp>
          <p:sp>
            <p:nvSpPr>
              <p:cNvPr id="24" name="Freeform 40">
                <a:extLst>
                  <a:ext uri="{FF2B5EF4-FFF2-40B4-BE49-F238E27FC236}">
                    <a16:creationId xmlns:a16="http://schemas.microsoft.com/office/drawing/2014/main" xmlns="" id="{F0F0C29B-EB52-470C-AF64-FC54F5C250F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 flipV="1">
                <a:off x="602721" y="24288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  <a:extLst/>
            </p:spPr>
          </p:sp>
          <p:sp>
            <p:nvSpPr>
              <p:cNvPr id="25" name="Rectangle 41">
                <a:extLst>
                  <a:ext uri="{FF2B5EF4-FFF2-40B4-BE49-F238E27FC236}">
                    <a16:creationId xmlns:a16="http://schemas.microsoft.com/office/drawing/2014/main" xmlns="" id="{A6C0E942-454D-483D-84FB-89308C8F15B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 flipV="1">
                <a:off x="693208" y="0"/>
                <a:ext cx="23813" cy="252413"/>
              </a:xfrm>
              <a:prstGeom prst="rect">
                <a:avLst/>
              </a:prstGeom>
              <a:solidFill>
                <a:schemeClr val="tx2">
                  <a:alpha val="80000"/>
                </a:schemeClr>
              </a:solidFill>
              <a:ln>
                <a:noFill/>
              </a:ln>
              <a:extLst/>
            </p:spPr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ADA86FE-5F76-4D5D-81F2-406697AE0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007533"/>
            <a:ext cx="9905998" cy="10922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8DA8BAD-68A6-4D09-9370-DBB21E81C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2252134"/>
            <a:ext cx="9905999" cy="3454399"/>
          </a:xfrm>
        </p:spPr>
        <p:txBody>
          <a:bodyPr anchor="ctr">
            <a:normAutofit/>
          </a:bodyPr>
          <a:lstStyle/>
          <a:p>
            <a:r>
              <a:rPr lang="en-US" dirty="0"/>
              <a:t>Predicting </a:t>
            </a:r>
            <a:r>
              <a:rPr lang="en-US" b="1" dirty="0"/>
              <a:t>critical temperature</a:t>
            </a:r>
            <a:r>
              <a:rPr lang="en-US" dirty="0"/>
              <a:t> based the data about chemical compositions of the super conductor using a regression model</a:t>
            </a:r>
            <a:r>
              <a:rPr lang="en-US" dirty="0" smtClean="0"/>
              <a:t>.</a:t>
            </a:r>
            <a:endParaRPr lang="en-US" dirty="0"/>
          </a:p>
          <a:p>
            <a:pPr marL="0" indent="0" algn="r">
              <a:buNone/>
            </a:pPr>
            <a:endParaRPr lang="en-US" dirty="0"/>
          </a:p>
          <a:p>
            <a:pPr marL="0" indent="0" algn="r">
              <a:buNone/>
            </a:pPr>
            <a:r>
              <a:rPr lang="en-US" dirty="0"/>
              <a:t>citation: https://www.nature.com/articles/s41524-018-0085-8.pdf</a:t>
            </a:r>
          </a:p>
        </p:txBody>
      </p:sp>
    </p:spTree>
    <p:extLst>
      <p:ext uri="{BB962C8B-B14F-4D97-AF65-F5344CB8AC3E}">
        <p14:creationId xmlns:p14="http://schemas.microsoft.com/office/powerpoint/2010/main" val="2383869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B05D10A-B067-488B-858A-9171E8EAE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8419" y="2924089"/>
            <a:ext cx="2715162" cy="95147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Tasks Involved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E8E12F09-E4A7-463B-AE22-356407D682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7277595"/>
              </p:ext>
            </p:extLst>
          </p:nvPr>
        </p:nvGraphicFramePr>
        <p:xfrm>
          <a:off x="1181099" y="330200"/>
          <a:ext cx="9740901" cy="61392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3314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50000"/>
                <a:lumOff val="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1589FE-46B0-499A-8DD1-78D4891CC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A004E4B5-8B9B-4BB8-8955-1A0E1531F4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5582411"/>
              </p:ext>
            </p:extLst>
          </p:nvPr>
        </p:nvGraphicFramePr>
        <p:xfrm>
          <a:off x="1767015" y="2022947"/>
          <a:ext cx="8353168" cy="3970081"/>
        </p:xfrm>
        <a:graphic>
          <a:graphicData uri="http://schemas.openxmlformats.org/drawingml/2006/table">
            <a:tbl>
              <a:tblPr/>
              <a:tblGrid>
                <a:gridCol w="2088292">
                  <a:extLst>
                    <a:ext uri="{9D8B030D-6E8A-4147-A177-3AD203B41FA5}">
                      <a16:colId xmlns:a16="http://schemas.microsoft.com/office/drawing/2014/main" xmlns="" val="3538030732"/>
                    </a:ext>
                  </a:extLst>
                </a:gridCol>
                <a:gridCol w="2088292">
                  <a:extLst>
                    <a:ext uri="{9D8B030D-6E8A-4147-A177-3AD203B41FA5}">
                      <a16:colId xmlns:a16="http://schemas.microsoft.com/office/drawing/2014/main" xmlns="" val="1256452551"/>
                    </a:ext>
                  </a:extLst>
                </a:gridCol>
                <a:gridCol w="2088292">
                  <a:extLst>
                    <a:ext uri="{9D8B030D-6E8A-4147-A177-3AD203B41FA5}">
                      <a16:colId xmlns:a16="http://schemas.microsoft.com/office/drawing/2014/main" xmlns="" val="3775890975"/>
                    </a:ext>
                  </a:extLst>
                </a:gridCol>
                <a:gridCol w="2088292">
                  <a:extLst>
                    <a:ext uri="{9D8B030D-6E8A-4147-A177-3AD203B41FA5}">
                      <a16:colId xmlns:a16="http://schemas.microsoft.com/office/drawing/2014/main" xmlns="" val="686073826"/>
                    </a:ext>
                  </a:extLst>
                </a:gridCol>
              </a:tblGrid>
              <a:tr h="1471428">
                <a:tc>
                  <a:txBody>
                    <a:bodyPr/>
                    <a:lstStyle/>
                    <a:p>
                      <a:pPr lvl="0" algn="ctr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Data Set Characteristics:  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Multivariate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Number of Instances: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21263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986119746"/>
                  </a:ext>
                </a:extLst>
              </a:tr>
              <a:tr h="1471428">
                <a:tc>
                  <a:txBody>
                    <a:bodyPr/>
                    <a:lstStyle/>
                    <a:p>
                      <a:pPr lvl="0" algn="ctr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Attribute Characteristics: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Real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Number of Attributes: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81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128963867"/>
                  </a:ext>
                </a:extLst>
              </a:tr>
              <a:tr h="1027225">
                <a:tc>
                  <a:txBody>
                    <a:bodyPr/>
                    <a:lstStyle/>
                    <a:p>
                      <a:pPr lvl="0" algn="ctr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Associated Tasks: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Regression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Missing Values?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None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659862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0797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/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E978A47D-4F17-40FE-AB70-7AF78A9575E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5400" y="-142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85BE3A7E-6A3F-401E-A025-BBB8FDB8DD3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xmlns="" id="{41EE9036-817C-476C-BD59-B5184F9A3E3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0" name="Freeform 6">
              <a:extLst>
                <a:ext uri="{FF2B5EF4-FFF2-40B4-BE49-F238E27FC236}">
                  <a16:creationId xmlns:a16="http://schemas.microsoft.com/office/drawing/2014/main" xmlns="" id="{F098087A-B4E4-4300-A841-44988BD88E2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xmlns="" id="{F5BD5F4B-A39C-4DF9-84E4-A4D33F30E6E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8">
              <a:extLst>
                <a:ext uri="{FF2B5EF4-FFF2-40B4-BE49-F238E27FC236}">
                  <a16:creationId xmlns:a16="http://schemas.microsoft.com/office/drawing/2014/main" xmlns="" id="{D7FA9858-BFA0-4D5B-AF72-B1B65EB0699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xmlns="" id="{A508A5F3-AFE0-4750-A9C2-B51A514FFC4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xmlns="" id="{92B4AAEB-ABF4-42A7-BE52-0B442190D16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xmlns="" id="{3767C370-4A42-4376-8CAE-606C4BC8F45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xmlns="" id="{36205F53-9C95-4954-B97C-1625BB8A350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xmlns="" id="{DC80B58E-3469-43E9-96FC-D747B698303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xmlns="" id="{E17A4ED2-DDD7-4B4D-A39C-9B0121C8862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xmlns="" id="{A2C14A85-E7A9-4E1D-809F-20F5CFA788B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xmlns="" id="{F3D51E32-9399-4B7F-8D91-BF9A068B834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xmlns="" id="{9969F9D2-502D-4C1D-ABA5-02B1BF2A001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xmlns="" id="{4AE555C6-5623-478A-BF35-63E9929A3A2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xmlns="" id="{A3D3AED4-A69E-4301-9BB4-436DC5F0C95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xmlns="" id="{C3B8082C-2D81-48D7-8B45-85B7C892963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xmlns="" id="{9AD35461-BA86-408B-8A29-244EB2F2FB5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xmlns="" id="{F238E495-B6C6-4857-899B-CDD58483120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xmlns="" id="{E20A751E-054C-4EC2-8DA3-0EC923A6588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xmlns="" id="{B6E8E701-3D21-4E5C-AB6E-9A74046970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xmlns="" id="{431BDA41-D09D-4984-B888-756F5F81B49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xmlns="" id="{0DC943D2-20E4-4C00-82D2-D405A7C00BB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xmlns="" id="{4BC34A74-80A2-4DE1-8ADC-BBD1709035B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xmlns="" id="{C6C3CA25-431F-4E26-952D-4AA9C4C725C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xmlns="" id="{776D1836-82AE-40EF-9829-C6B8D2CF025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xmlns="" id="{9A8E397E-ADF9-45C1-98F4-3F5A86378B6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xmlns="" id="{DE07CFD9-357F-40BC-A792-CE874BFE509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7EBEBF-21A8-4034-8D1F-9D6C164E3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082673"/>
            <a:ext cx="2869416" cy="4708528"/>
          </a:xfrm>
        </p:spPr>
        <p:txBody>
          <a:bodyPr>
            <a:normAutofit/>
          </a:bodyPr>
          <a:lstStyle/>
          <a:p>
            <a:pPr algn="r"/>
            <a:r>
              <a:rPr lang="en-US" sz="3400"/>
              <a:t>Attribute information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xmlns="" id="{085ECEC0-FF5D-4348-92C7-1EA7C61E77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465429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DB5CCBF-BAF2-4900-90C8-887C1BBE0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3" y="1082673"/>
            <a:ext cx="5751237" cy="470852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Some of the features include: </a:t>
            </a:r>
          </a:p>
          <a:p>
            <a:pPr marL="457200" indent="-457200">
              <a:buAutoNum type="arabicPeriod"/>
            </a:pPr>
            <a:r>
              <a:rPr lang="en-US" dirty="0"/>
              <a:t>No. of elements</a:t>
            </a:r>
          </a:p>
          <a:p>
            <a:pPr marL="457200" indent="-457200">
              <a:buAutoNum type="arabicPeriod"/>
            </a:pPr>
            <a:r>
              <a:rPr lang="en-US" dirty="0"/>
              <a:t>Mean atomic mass </a:t>
            </a:r>
          </a:p>
          <a:p>
            <a:pPr marL="457200" indent="-457200">
              <a:buAutoNum type="arabicPeriod"/>
            </a:pPr>
            <a:r>
              <a:rPr lang="en-US" dirty="0"/>
              <a:t>Mean valence </a:t>
            </a:r>
          </a:p>
          <a:p>
            <a:pPr marL="457200" indent="-457200">
              <a:buAutoNum type="arabicPeriod"/>
            </a:pPr>
            <a:r>
              <a:rPr lang="en-US" dirty="0"/>
              <a:t>Mean electron affinity</a:t>
            </a:r>
          </a:p>
          <a:p>
            <a:pPr marL="457200" indent="-457200">
              <a:buAutoNum type="arabicPeriod"/>
            </a:pPr>
            <a:r>
              <a:rPr lang="en-US" dirty="0"/>
              <a:t>Mean Entropy and so on…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xmlns="" id="{F4E035BE-9FF4-43D3-BC25-CF582D7FF8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xmlns="" id="{F98BCEB2-EC20-4E84-A994-0AC37292C8B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33">
              <a:extLst>
                <a:ext uri="{FF2B5EF4-FFF2-40B4-BE49-F238E27FC236}">
                  <a16:creationId xmlns:a16="http://schemas.microsoft.com/office/drawing/2014/main" xmlns="" id="{7A2E1821-AEDF-417E-9F17-83379E9C094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xmlns="" id="{CB3734E2-8292-4B47-B6AB-0E5A058DE95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35">
              <a:extLst>
                <a:ext uri="{FF2B5EF4-FFF2-40B4-BE49-F238E27FC236}">
                  <a16:creationId xmlns:a16="http://schemas.microsoft.com/office/drawing/2014/main" xmlns="" id="{A0B09C51-29AB-45C0-B707-CCFB9DF280B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xmlns="" id="{510C0CED-AE1B-45AE-B5E1-57521E589D2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xmlns="" id="{591F2327-4B45-41AA-B41C-7404B6A1E4F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xmlns="" id="{5A63224C-41A0-42C0-96F6-0B2BE99A135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xmlns="" id="{A7C00B9F-C253-4776-9935-EC02254A4F2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xmlns="" id="{5062D4AA-13F3-4064-8440-FFE8562D854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xmlns="" id="{3E143B27-CB82-440B-879B-D25C1891C19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</p:grpSp>
    </p:spTree>
    <p:extLst>
      <p:ext uri="{BB962C8B-B14F-4D97-AF65-F5344CB8AC3E}">
        <p14:creationId xmlns:p14="http://schemas.microsoft.com/office/powerpoint/2010/main" val="2655041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6C5DCF2-66A3-4480-9359-2BD099B2D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1613" y="133233"/>
            <a:ext cx="9905998" cy="1478570"/>
          </a:xfrm>
        </p:spPr>
        <p:txBody>
          <a:bodyPr/>
          <a:lstStyle/>
          <a:p>
            <a:r>
              <a:rPr lang="en-US" dirty="0"/>
              <a:t>Gathering data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FCF5429D-8018-47B9-9D8C-D1C990206B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921"/>
          <a:stretch/>
        </p:blipFill>
        <p:spPr>
          <a:xfrm>
            <a:off x="1580356" y="1611803"/>
            <a:ext cx="9031287" cy="4382597"/>
          </a:xfrm>
        </p:spPr>
      </p:pic>
    </p:spTree>
    <p:extLst>
      <p:ext uri="{BB962C8B-B14F-4D97-AF65-F5344CB8AC3E}">
        <p14:creationId xmlns:p14="http://schemas.microsoft.com/office/powerpoint/2010/main" val="280209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953A9A3-EBD0-4C70-9E24-C9EE3A72D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334" y="105432"/>
            <a:ext cx="9905998" cy="1478570"/>
          </a:xfrm>
        </p:spPr>
        <p:txBody>
          <a:bodyPr/>
          <a:lstStyle/>
          <a:p>
            <a:r>
              <a:rPr lang="en-US" dirty="0"/>
              <a:t>Understanding correlations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2DF482AE-715A-4247-A6DA-1E17B9526C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736" b="23708"/>
          <a:stretch/>
        </p:blipFill>
        <p:spPr>
          <a:xfrm>
            <a:off x="1450334" y="1584002"/>
            <a:ext cx="9201193" cy="4700454"/>
          </a:xfrm>
        </p:spPr>
      </p:pic>
    </p:spTree>
    <p:extLst>
      <p:ext uri="{BB962C8B-B14F-4D97-AF65-F5344CB8AC3E}">
        <p14:creationId xmlns:p14="http://schemas.microsoft.com/office/powerpoint/2010/main" val="1122147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xmlns="" id="{6697F791-5FFA-4164-899F-EB52EA72B0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xmlns="" id="{4E28A1A9-FB81-4816-AAEA-C3B43094695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2"/>
            <a:ext cx="4061525" cy="68580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B773AB25-A422-41AA-9737-5E04C1966DE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1853"/>
            <a:ext cx="4055621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xmlns="" id="{AF0552B8-DE8C-40DF-B29F-1728E6A1061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530" y="23283"/>
            <a:ext cx="407815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123CC6-952B-4EC3-A352-E973996B7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012" y="734703"/>
            <a:ext cx="2851417" cy="147857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Reducing dimensions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xmlns="" id="{05F5F5F2-4798-44E0-9872-4D8A6EF75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225" y="2362006"/>
            <a:ext cx="2862444" cy="395730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Dimension-1 : 0.624</a:t>
            </a:r>
          </a:p>
          <a:p>
            <a:r>
              <a:rPr lang="en-US" dirty="0">
                <a:solidFill>
                  <a:srgbClr val="FFFFFF"/>
                </a:solidFill>
              </a:rPr>
              <a:t>Dimension-2 : 0.299</a:t>
            </a:r>
          </a:p>
          <a:p>
            <a:r>
              <a:rPr lang="en-US" dirty="0">
                <a:solidFill>
                  <a:srgbClr val="FFFFFF"/>
                </a:solidFill>
              </a:rPr>
              <a:t>Dimension-3 : 0.014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xmlns="" id="{6AD0D387-1584-4477-B5F8-52B50D4F220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2" name="Rectangle 5">
              <a:extLst>
                <a:ext uri="{FF2B5EF4-FFF2-40B4-BE49-F238E27FC236}">
                  <a16:creationId xmlns:a16="http://schemas.microsoft.com/office/drawing/2014/main" xmlns="" id="{22C90122-8CF0-4164-B596-168DE41D39A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xmlns="" id="{E74D534E-37A6-4D27-9C47-0B2F0527838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xmlns="" id="{1C1C156E-D2E0-468A-9B19-79521D69BF5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xmlns="" id="{14C97F11-4F6C-4DFF-89BC-3AEA5B7FF74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xmlns="" id="{773C2106-77CE-42E1-839F-925EAEBB2FF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xmlns="" id="{E2807D33-BD1F-4B09-8D93-63C06DB3C0F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xmlns="" id="{84BDF3E8-157B-47D1-AF8E-FE1EFF0612E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12">
              <a:extLst>
                <a:ext uri="{FF2B5EF4-FFF2-40B4-BE49-F238E27FC236}">
                  <a16:creationId xmlns:a16="http://schemas.microsoft.com/office/drawing/2014/main" xmlns="" id="{68B482B5-E0FD-406A-99B2-297DF333546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xmlns="" id="{B8750F30-12E8-410B-8709-78F1EF3BBE7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xmlns="" id="{DB2D030A-4700-4CC4-A971-F119F8372C0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15">
              <a:extLst>
                <a:ext uri="{FF2B5EF4-FFF2-40B4-BE49-F238E27FC236}">
                  <a16:creationId xmlns:a16="http://schemas.microsoft.com/office/drawing/2014/main" xmlns="" id="{B4E516DB-F66E-4E88-8CAA-67153F56189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Line 16">
              <a:extLst>
                <a:ext uri="{FF2B5EF4-FFF2-40B4-BE49-F238E27FC236}">
                  <a16:creationId xmlns:a16="http://schemas.microsoft.com/office/drawing/2014/main" xmlns="" id="{DF749FDD-DD56-4DC9-A379-77E1106981D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34" name="Freeform 17">
              <a:extLst>
                <a:ext uri="{FF2B5EF4-FFF2-40B4-BE49-F238E27FC236}">
                  <a16:creationId xmlns:a16="http://schemas.microsoft.com/office/drawing/2014/main" xmlns="" id="{6AD95087-E0AF-45D3-B824-EFFCBBECDEB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18">
              <a:extLst>
                <a:ext uri="{FF2B5EF4-FFF2-40B4-BE49-F238E27FC236}">
                  <a16:creationId xmlns:a16="http://schemas.microsoft.com/office/drawing/2014/main" xmlns="" id="{2D21010F-3DE2-4881-B9D5-3415C4E05DA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19">
              <a:extLst>
                <a:ext uri="{FF2B5EF4-FFF2-40B4-BE49-F238E27FC236}">
                  <a16:creationId xmlns:a16="http://schemas.microsoft.com/office/drawing/2014/main" xmlns="" id="{2AFDF4BC-8E99-4A2C-9EF2-4B98A05C2E3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20">
              <a:extLst>
                <a:ext uri="{FF2B5EF4-FFF2-40B4-BE49-F238E27FC236}">
                  <a16:creationId xmlns:a16="http://schemas.microsoft.com/office/drawing/2014/main" xmlns="" id="{BB8EAEE8-22EA-4103-A02E-5043474C4BE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Rectangle 21">
              <a:extLst>
                <a:ext uri="{FF2B5EF4-FFF2-40B4-BE49-F238E27FC236}">
                  <a16:creationId xmlns:a16="http://schemas.microsoft.com/office/drawing/2014/main" xmlns="" id="{7148ABD2-E447-429F-B97E-86494051C10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9" name="Freeform 22">
              <a:extLst>
                <a:ext uri="{FF2B5EF4-FFF2-40B4-BE49-F238E27FC236}">
                  <a16:creationId xmlns:a16="http://schemas.microsoft.com/office/drawing/2014/main" xmlns="" id="{99900F4A-F8CA-456E-9FA0-34572621C09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23">
              <a:extLst>
                <a:ext uri="{FF2B5EF4-FFF2-40B4-BE49-F238E27FC236}">
                  <a16:creationId xmlns:a16="http://schemas.microsoft.com/office/drawing/2014/main" xmlns="" id="{DF5CD0A9-E49B-4968-886B-41C1A66D232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24">
              <a:extLst>
                <a:ext uri="{FF2B5EF4-FFF2-40B4-BE49-F238E27FC236}">
                  <a16:creationId xmlns:a16="http://schemas.microsoft.com/office/drawing/2014/main" xmlns="" id="{7E462582-7383-4272-A323-85C9D137C47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25">
              <a:extLst>
                <a:ext uri="{FF2B5EF4-FFF2-40B4-BE49-F238E27FC236}">
                  <a16:creationId xmlns:a16="http://schemas.microsoft.com/office/drawing/2014/main" xmlns="" id="{CB472F67-7C37-4D80-B346-DE30D44B55A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26">
              <a:extLst>
                <a:ext uri="{FF2B5EF4-FFF2-40B4-BE49-F238E27FC236}">
                  <a16:creationId xmlns:a16="http://schemas.microsoft.com/office/drawing/2014/main" xmlns="" id="{19A8AE83-358F-4D4E-91C7-F09E35097AA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27">
              <a:extLst>
                <a:ext uri="{FF2B5EF4-FFF2-40B4-BE49-F238E27FC236}">
                  <a16:creationId xmlns:a16="http://schemas.microsoft.com/office/drawing/2014/main" xmlns="" id="{C4B79436-9285-45DE-A9FB-B3DD7507380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28">
              <a:extLst>
                <a:ext uri="{FF2B5EF4-FFF2-40B4-BE49-F238E27FC236}">
                  <a16:creationId xmlns:a16="http://schemas.microsoft.com/office/drawing/2014/main" xmlns="" id="{B0BF8BF3-C90A-483A-B61E-13D2C41FBAC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29">
              <a:extLst>
                <a:ext uri="{FF2B5EF4-FFF2-40B4-BE49-F238E27FC236}">
                  <a16:creationId xmlns:a16="http://schemas.microsoft.com/office/drawing/2014/main" xmlns="" id="{31011274-F329-444B-9B06-69DD2EC4490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30">
              <a:extLst>
                <a:ext uri="{FF2B5EF4-FFF2-40B4-BE49-F238E27FC236}">
                  <a16:creationId xmlns:a16="http://schemas.microsoft.com/office/drawing/2014/main" xmlns="" id="{DB8B1D39-5B9A-4B4E-849B-A5821A24600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31">
              <a:extLst>
                <a:ext uri="{FF2B5EF4-FFF2-40B4-BE49-F238E27FC236}">
                  <a16:creationId xmlns:a16="http://schemas.microsoft.com/office/drawing/2014/main" xmlns="" id="{336ECD63-75C2-4A32-A31B-30BB3097240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xmlns="" id="{3EB8AF8F-20C4-4D16-8D31-AD4240FB6E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2267" y="643467"/>
            <a:ext cx="5483066" cy="556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7811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xmlns="" id="{4B0631CC-C91C-4A09-B810-0FE2F7851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 sz="3200" b="1" dirty="0"/>
              <a:t>Benchmark model – Linear regression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xmlns="" id="{1A7603DE-0889-43CB-A5FA-6250A281C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1578" y="2097088"/>
            <a:ext cx="9905999" cy="3541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Other preferred models:</a:t>
            </a:r>
          </a:p>
          <a:p>
            <a:pPr lvl="1"/>
            <a:r>
              <a:rPr lang="en-US" sz="3200" dirty="0"/>
              <a:t>Polynomial regression</a:t>
            </a:r>
          </a:p>
          <a:p>
            <a:pPr lvl="1"/>
            <a:r>
              <a:rPr lang="en-US" sz="3200" dirty="0"/>
              <a:t>Decision tree regression</a:t>
            </a:r>
          </a:p>
          <a:p>
            <a:pPr lvl="1"/>
            <a:r>
              <a:rPr lang="en-US" sz="3200" dirty="0"/>
              <a:t>Random forest regression</a:t>
            </a:r>
          </a:p>
          <a:p>
            <a:pPr lvl="1"/>
            <a:r>
              <a:rPr lang="en-US" sz="3200" dirty="0" err="1"/>
              <a:t>Xgboost</a:t>
            </a:r>
            <a:r>
              <a:rPr lang="en-US" sz="3200" dirty="0"/>
              <a:t> regression</a:t>
            </a:r>
          </a:p>
          <a:p>
            <a:pPr lvl="1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404094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xmlns="" id="{9ACD3AF8-B16E-4174-8C1A-41F683C4AF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 xmlns:a16="http://schemas.microsoft.com/office/drawing/2014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FF5EAD09-B81D-415F-8BCF-73C81AE05F2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xmlns="" id="{CFB79010-8ED4-49EF-AFD2-F4D8C80B69B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xmlns="" id="{4649B869-006E-42B5-9DDC-21049B130E0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xmlns="" id="{443096BD-333F-48B6-8220-D1F9793E40A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Rectangle 8">
              <a:extLst>
                <a:ext uri="{FF2B5EF4-FFF2-40B4-BE49-F238E27FC236}">
                  <a16:creationId xmlns:a16="http://schemas.microsoft.com/office/drawing/2014/main" xmlns="" id="{1A45BB9A-7E84-4B9B-923A-270A97F8524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xmlns="" id="{D7D7C768-2F76-4DE2-A807-1B9FFF816C2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xmlns="" id="{1870B32E-EE42-470E-B543-CA55AEC8CAB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xmlns="" id="{EEF09120-11AA-4DB5-98A8-EC4923002C6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xmlns="" id="{39CC463D-589C-461C-A234-0460EB06B88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xmlns="" id="{B6516153-269A-421E-A021-CB3F3C5E1DA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xmlns="" id="{45E14300-6C4A-4F77-915F-F3B25B0237B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xmlns="" id="{993E312A-E6A6-4B52-ADE6-618ADC89BA6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xmlns="" id="{2F0F3026-2480-472B-8C52-36812C81EF3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xmlns="" id="{34E1C992-559D-4827-9F30-31A3CA7A2B1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xmlns="" id="{D9F2FB98-F443-498F-AAD9-69458256813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xmlns="" id="{75DBF6EC-ED50-43E4-8A8B-64CE86A8804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xmlns="" id="{FD854F40-AC43-4F21-9C62-2CE35CFD2B1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xmlns="" id="{62CCB560-494A-4F74-9DE4-068806A8933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xmlns="" id="{6F9A05F2-B5D2-4D8A-9A78-14E45C13FEC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xmlns="" id="{A6373189-19BB-4BEC-84A3-432253E0580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xmlns="" id="{71AB3122-947A-44DB-B190-A2601C6C95C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xmlns="" id="{74B4109D-3AFC-4D44-87B1-0CDED3E6381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xmlns="" id="{44AAD39F-F7C9-4D00-95E0-0465B4E8588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xmlns="" id="{C1DCAB8D-6EF6-4A84-8D0C-AA9226DEC90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xmlns="" id="{C407F97F-83CF-4703-B9E0-6335530E329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xmlns="" id="{0D8D2363-5D84-4CFF-89AA-3C93C859DBB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xmlns="" id="{0435A35C-AC99-4E12-8CB0-9C640DAA945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xmlns="" id="{F20392CF-2256-4527-836B-2E6F88596EC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2">
              <a:extLst>
                <a:ext uri="{FF2B5EF4-FFF2-40B4-BE49-F238E27FC236}">
                  <a16:creationId xmlns:a16="http://schemas.microsoft.com/office/drawing/2014/main" xmlns="" id="{C52C3AD3-122C-4010-9C55-B0247F8CCAB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Rectangle 33">
              <a:extLst>
                <a:ext uri="{FF2B5EF4-FFF2-40B4-BE49-F238E27FC236}">
                  <a16:creationId xmlns:a16="http://schemas.microsoft.com/office/drawing/2014/main" xmlns="" id="{EFCB53ED-09C0-4AD7-9BBC-366833D5FE0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0" name="Freeform 34">
              <a:extLst>
                <a:ext uri="{FF2B5EF4-FFF2-40B4-BE49-F238E27FC236}">
                  <a16:creationId xmlns:a16="http://schemas.microsoft.com/office/drawing/2014/main" xmlns="" id="{6F309F52-BFCF-47D9-8089-BC049540DB4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35">
              <a:extLst>
                <a:ext uri="{FF2B5EF4-FFF2-40B4-BE49-F238E27FC236}">
                  <a16:creationId xmlns:a16="http://schemas.microsoft.com/office/drawing/2014/main" xmlns="" id="{5F9AE85F-C7AA-4761-B468-2E100829BC5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6">
              <a:extLst>
                <a:ext uri="{FF2B5EF4-FFF2-40B4-BE49-F238E27FC236}">
                  <a16:creationId xmlns:a16="http://schemas.microsoft.com/office/drawing/2014/main" xmlns="" id="{2C81C778-91E5-4AE9-AACB-8566E7A28B4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7">
              <a:extLst>
                <a:ext uri="{FF2B5EF4-FFF2-40B4-BE49-F238E27FC236}">
                  <a16:creationId xmlns:a16="http://schemas.microsoft.com/office/drawing/2014/main" xmlns="" id="{6C56E0B4-58A0-4B2B-BD56-54121BB8DBB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8">
              <a:extLst>
                <a:ext uri="{FF2B5EF4-FFF2-40B4-BE49-F238E27FC236}">
                  <a16:creationId xmlns:a16="http://schemas.microsoft.com/office/drawing/2014/main" xmlns="" id="{88A29CFE-13A6-4509-946F-5C074F856EE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9">
              <a:extLst>
                <a:ext uri="{FF2B5EF4-FFF2-40B4-BE49-F238E27FC236}">
                  <a16:creationId xmlns:a16="http://schemas.microsoft.com/office/drawing/2014/main" xmlns="" id="{00235A0A-018B-4499-AC16-AF83457BF43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40">
              <a:extLst>
                <a:ext uri="{FF2B5EF4-FFF2-40B4-BE49-F238E27FC236}">
                  <a16:creationId xmlns:a16="http://schemas.microsoft.com/office/drawing/2014/main" xmlns="" id="{861DF9B7-50DC-4EBE-8B23-97FE92DBBB9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1">
              <a:extLst>
                <a:ext uri="{FF2B5EF4-FFF2-40B4-BE49-F238E27FC236}">
                  <a16:creationId xmlns:a16="http://schemas.microsoft.com/office/drawing/2014/main" xmlns="" id="{69673907-73D7-4729-A911-9BD078EC2EE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2">
              <a:extLst>
                <a:ext uri="{FF2B5EF4-FFF2-40B4-BE49-F238E27FC236}">
                  <a16:creationId xmlns:a16="http://schemas.microsoft.com/office/drawing/2014/main" xmlns="" id="{4DC844D3-8053-4EE7-A286-50157B6FD86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3">
              <a:extLst>
                <a:ext uri="{FF2B5EF4-FFF2-40B4-BE49-F238E27FC236}">
                  <a16:creationId xmlns:a16="http://schemas.microsoft.com/office/drawing/2014/main" xmlns="" id="{D67575A0-A45A-4773-874C-16370E36709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4">
              <a:extLst>
                <a:ext uri="{FF2B5EF4-FFF2-40B4-BE49-F238E27FC236}">
                  <a16:creationId xmlns:a16="http://schemas.microsoft.com/office/drawing/2014/main" xmlns="" id="{4327252B-B62B-4DE0-A924-B7F6E40AD96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Rectangle 45">
              <a:extLst>
                <a:ext uri="{FF2B5EF4-FFF2-40B4-BE49-F238E27FC236}">
                  <a16:creationId xmlns:a16="http://schemas.microsoft.com/office/drawing/2014/main" xmlns="" id="{778BC6A7-AC19-497B-A7C6-E447B2EBDAB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2" name="Freeform 46">
              <a:extLst>
                <a:ext uri="{FF2B5EF4-FFF2-40B4-BE49-F238E27FC236}">
                  <a16:creationId xmlns:a16="http://schemas.microsoft.com/office/drawing/2014/main" xmlns="" id="{4E79A87B-BF1F-437A-9FED-BE93025E502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3" name="Freeform 47">
              <a:extLst>
                <a:ext uri="{FF2B5EF4-FFF2-40B4-BE49-F238E27FC236}">
                  <a16:creationId xmlns:a16="http://schemas.microsoft.com/office/drawing/2014/main" xmlns="" id="{DFAAF3CC-B4E0-45C8-AC2D-EF0D6D823D1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8">
              <a:extLst>
                <a:ext uri="{FF2B5EF4-FFF2-40B4-BE49-F238E27FC236}">
                  <a16:creationId xmlns:a16="http://schemas.microsoft.com/office/drawing/2014/main" xmlns="" id="{A5A12C87-1E4A-4664-B2F4-A1C8B656F99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9">
              <a:extLst>
                <a:ext uri="{FF2B5EF4-FFF2-40B4-BE49-F238E27FC236}">
                  <a16:creationId xmlns:a16="http://schemas.microsoft.com/office/drawing/2014/main" xmlns="" id="{B3AF8230-4630-4505-ADDB-16A9B6B3772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50">
              <a:extLst>
                <a:ext uri="{FF2B5EF4-FFF2-40B4-BE49-F238E27FC236}">
                  <a16:creationId xmlns:a16="http://schemas.microsoft.com/office/drawing/2014/main" xmlns="" id="{33F93F6D-724D-42F3-AF1D-3081EAB5D13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1">
              <a:extLst>
                <a:ext uri="{FF2B5EF4-FFF2-40B4-BE49-F238E27FC236}">
                  <a16:creationId xmlns:a16="http://schemas.microsoft.com/office/drawing/2014/main" xmlns="" id="{F5DD7A8F-FB67-4E79-80DB-0FAF3A09894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2">
              <a:extLst>
                <a:ext uri="{FF2B5EF4-FFF2-40B4-BE49-F238E27FC236}">
                  <a16:creationId xmlns:a16="http://schemas.microsoft.com/office/drawing/2014/main" xmlns="" id="{7B140A84-E89E-4A80-9DF8-7BCA45F908D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3">
              <a:extLst>
                <a:ext uri="{FF2B5EF4-FFF2-40B4-BE49-F238E27FC236}">
                  <a16:creationId xmlns:a16="http://schemas.microsoft.com/office/drawing/2014/main" xmlns="" id="{279E1D6A-EFE2-44C6-A5BF-DFADF0DC91D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4">
              <a:extLst>
                <a:ext uri="{FF2B5EF4-FFF2-40B4-BE49-F238E27FC236}">
                  <a16:creationId xmlns:a16="http://schemas.microsoft.com/office/drawing/2014/main" xmlns="" id="{C9FA2204-561F-4ABB-988C-03053820F1D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5">
              <a:extLst>
                <a:ext uri="{FF2B5EF4-FFF2-40B4-BE49-F238E27FC236}">
                  <a16:creationId xmlns:a16="http://schemas.microsoft.com/office/drawing/2014/main" xmlns="" id="{8BD7D04E-AC0A-424F-BC40-28842DAFFAC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6">
              <a:extLst>
                <a:ext uri="{FF2B5EF4-FFF2-40B4-BE49-F238E27FC236}">
                  <a16:creationId xmlns:a16="http://schemas.microsoft.com/office/drawing/2014/main" xmlns="" id="{32B616A2-FE09-47DD-B58C-12EE58B7CA5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7">
              <a:extLst>
                <a:ext uri="{FF2B5EF4-FFF2-40B4-BE49-F238E27FC236}">
                  <a16:creationId xmlns:a16="http://schemas.microsoft.com/office/drawing/2014/main" xmlns="" id="{08C5EAF5-6064-484E-BA05-80D09D84EAB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8">
              <a:extLst>
                <a:ext uri="{FF2B5EF4-FFF2-40B4-BE49-F238E27FC236}">
                  <a16:creationId xmlns:a16="http://schemas.microsoft.com/office/drawing/2014/main" xmlns="" id="{F11D90DF-D275-4725-884C-77E5E01D89B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xmlns="" id="{9BE10567-6165-46A7-867D-4690A16B46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67" name="Rectangle 66">
              <a:extLst>
                <a:ext uri="{FF2B5EF4-FFF2-40B4-BE49-F238E27FC236}">
                  <a16:creationId xmlns:a16="http://schemas.microsoft.com/office/drawing/2014/main" xmlns="" id="{0F4DB1F4-429C-4C85-85D7-C4D81996D33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8" name="Picture 2">
              <a:extLst>
                <a:ext uri="{FF2B5EF4-FFF2-40B4-BE49-F238E27FC236}">
                  <a16:creationId xmlns:a16="http://schemas.microsoft.com/office/drawing/2014/main" xmlns="" id="{159C0DA6-71D9-4C96-A774-7FADF5E0A4C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PicPr>
          <p:blipFill>
            <a:blip r:embed="rId2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 xmlns:p14="http://schemas.microsoft.com/office/powerpoint/2010/main" xmlns:a16="http://schemas.microsoft.com/office/drawing/2014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0" name="Round Diagonal Corner Rectangle 7">
            <a:extLst>
              <a:ext uri="{FF2B5EF4-FFF2-40B4-BE49-F238E27FC236}">
                <a16:creationId xmlns:a16="http://schemas.microsoft.com/office/drawing/2014/main" xmlns="" id="{4B24F6DB-F114-44A7-BB56-D401884E4E7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582333" y="2235200"/>
            <a:ext cx="7027334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rgbClr val="000000">
              <a:alpha val="80000"/>
            </a:srgbClr>
          </a:solidFill>
          <a:ln w="19050" cap="sq">
            <a:solidFill>
              <a:schemeClr val="tx2"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xmlns="" id="{4DB50ECD-225E-4F81-AF7B-706DD05F3B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605895" y="2900097"/>
            <a:ext cx="10982062" cy="1211524"/>
            <a:chOff x="605895" y="2900097"/>
            <a:chExt cx="10982062" cy="1211524"/>
          </a:xfrm>
          <a:effectLst/>
        </p:grpSpPr>
        <p:sp>
          <p:nvSpPr>
            <p:cNvPr id="73" name="Freeform 32">
              <a:extLst>
                <a:ext uri="{FF2B5EF4-FFF2-40B4-BE49-F238E27FC236}">
                  <a16:creationId xmlns:a16="http://schemas.microsoft.com/office/drawing/2014/main" xmlns="" id="{CBC3B006-1357-4969-BC3D-CDD91E492B4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  <a:extLst/>
          </p:spPr>
        </p:sp>
        <p:sp>
          <p:nvSpPr>
            <p:cNvPr id="74" name="Freeform 33">
              <a:extLst>
                <a:ext uri="{FF2B5EF4-FFF2-40B4-BE49-F238E27FC236}">
                  <a16:creationId xmlns:a16="http://schemas.microsoft.com/office/drawing/2014/main" xmlns="" id="{0D6E4F1D-B331-41B5-90EF-2236C1EE155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  <a:extLst/>
          </p:spPr>
        </p:sp>
        <p:sp>
          <p:nvSpPr>
            <p:cNvPr id="75" name="Freeform 34">
              <a:extLst>
                <a:ext uri="{FF2B5EF4-FFF2-40B4-BE49-F238E27FC236}">
                  <a16:creationId xmlns:a16="http://schemas.microsoft.com/office/drawing/2014/main" xmlns="" id="{54A60014-21DF-44E5-9137-43357188501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  <a:extLst/>
          </p:spPr>
        </p:sp>
        <p:sp>
          <p:nvSpPr>
            <p:cNvPr id="76" name="Freeform 37">
              <a:extLst>
                <a:ext uri="{FF2B5EF4-FFF2-40B4-BE49-F238E27FC236}">
                  <a16:creationId xmlns:a16="http://schemas.microsoft.com/office/drawing/2014/main" xmlns="" id="{40B768C0-B003-45F4-9A06-EA3509A90BD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  <a:extLst/>
          </p:spPr>
        </p:sp>
        <p:sp>
          <p:nvSpPr>
            <p:cNvPr id="77" name="Freeform 35">
              <a:extLst>
                <a:ext uri="{FF2B5EF4-FFF2-40B4-BE49-F238E27FC236}">
                  <a16:creationId xmlns:a16="http://schemas.microsoft.com/office/drawing/2014/main" xmlns="" id="{5E479182-2054-4AD9-823D-81CFAD7F2C7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  <a:extLst/>
          </p:spPr>
        </p:sp>
        <p:sp>
          <p:nvSpPr>
            <p:cNvPr id="78" name="Freeform 36">
              <a:extLst>
                <a:ext uri="{FF2B5EF4-FFF2-40B4-BE49-F238E27FC236}">
                  <a16:creationId xmlns:a16="http://schemas.microsoft.com/office/drawing/2014/main" xmlns="" id="{A7D912CF-756A-41F1-8BF1-5BA7D1BD052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  <a:extLst/>
          </p:spPr>
        </p:sp>
        <p:sp>
          <p:nvSpPr>
            <p:cNvPr id="79" name="Freeform 38">
              <a:extLst>
                <a:ext uri="{FF2B5EF4-FFF2-40B4-BE49-F238E27FC236}">
                  <a16:creationId xmlns:a16="http://schemas.microsoft.com/office/drawing/2014/main" xmlns="" id="{734B6F35-2160-44B1-AB00-F628C84B14F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  <a:extLst/>
          </p:spPr>
        </p:sp>
        <p:sp>
          <p:nvSpPr>
            <p:cNvPr id="80" name="Freeform 39">
              <a:extLst>
                <a:ext uri="{FF2B5EF4-FFF2-40B4-BE49-F238E27FC236}">
                  <a16:creationId xmlns:a16="http://schemas.microsoft.com/office/drawing/2014/main" xmlns="" id="{D8657E76-4F63-44FE-86C5-54CA174FCB3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  <a:extLst/>
          </p:spPr>
        </p:sp>
        <p:sp>
          <p:nvSpPr>
            <p:cNvPr id="81" name="Freeform 40">
              <a:extLst>
                <a:ext uri="{FF2B5EF4-FFF2-40B4-BE49-F238E27FC236}">
                  <a16:creationId xmlns:a16="http://schemas.microsoft.com/office/drawing/2014/main" xmlns="" id="{482CEB8C-90E5-4152-8B52-A2881B98A3B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  <a:extLst/>
          </p:spPr>
        </p:sp>
        <p:sp>
          <p:nvSpPr>
            <p:cNvPr id="82" name="Rectangle 41">
              <a:extLst>
                <a:ext uri="{FF2B5EF4-FFF2-40B4-BE49-F238E27FC236}">
                  <a16:creationId xmlns:a16="http://schemas.microsoft.com/office/drawing/2014/main" xmlns="" id="{85010FC2-BC4C-4692-876D-7FE363BFC63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  <a:extLst/>
          </p:spPr>
        </p:sp>
        <p:sp>
          <p:nvSpPr>
            <p:cNvPr id="83" name="Freeform 32">
              <a:extLst>
                <a:ext uri="{FF2B5EF4-FFF2-40B4-BE49-F238E27FC236}">
                  <a16:creationId xmlns:a16="http://schemas.microsoft.com/office/drawing/2014/main" xmlns="" id="{714C1223-2B78-4715-9ACB-079A60D16D3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  <a:extLst/>
          </p:spPr>
        </p:sp>
        <p:sp>
          <p:nvSpPr>
            <p:cNvPr id="84" name="Freeform 33">
              <a:extLst>
                <a:ext uri="{FF2B5EF4-FFF2-40B4-BE49-F238E27FC236}">
                  <a16:creationId xmlns:a16="http://schemas.microsoft.com/office/drawing/2014/main" xmlns="" id="{1D9109D3-C92A-410B-9B43-5F02B2D84EE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  <a:extLst/>
          </p:spPr>
        </p:sp>
        <p:sp>
          <p:nvSpPr>
            <p:cNvPr id="85" name="Freeform 34">
              <a:extLst>
                <a:ext uri="{FF2B5EF4-FFF2-40B4-BE49-F238E27FC236}">
                  <a16:creationId xmlns:a16="http://schemas.microsoft.com/office/drawing/2014/main" xmlns="" id="{EF5B327A-A1AE-42F3-815E-84F4AA2948C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  <a:extLst/>
          </p:spPr>
        </p:sp>
        <p:sp>
          <p:nvSpPr>
            <p:cNvPr id="86" name="Freeform 37">
              <a:extLst>
                <a:ext uri="{FF2B5EF4-FFF2-40B4-BE49-F238E27FC236}">
                  <a16:creationId xmlns:a16="http://schemas.microsoft.com/office/drawing/2014/main" xmlns="" id="{77738BDE-751F-4D4C-B4C4-C9DF3EA2919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  <a:extLst/>
          </p:spPr>
        </p:sp>
        <p:sp>
          <p:nvSpPr>
            <p:cNvPr id="87" name="Freeform 35">
              <a:extLst>
                <a:ext uri="{FF2B5EF4-FFF2-40B4-BE49-F238E27FC236}">
                  <a16:creationId xmlns:a16="http://schemas.microsoft.com/office/drawing/2014/main" xmlns="" id="{9C8C4AD6-72BF-490C-963C-97C7FD7E7EA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  <a:extLst/>
          </p:spPr>
        </p:sp>
        <p:sp>
          <p:nvSpPr>
            <p:cNvPr id="88" name="Freeform 36">
              <a:extLst>
                <a:ext uri="{FF2B5EF4-FFF2-40B4-BE49-F238E27FC236}">
                  <a16:creationId xmlns:a16="http://schemas.microsoft.com/office/drawing/2014/main" xmlns="" id="{94990E31-5AA8-4502-A963-CE1B539DAC4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  <a:extLst/>
          </p:spPr>
        </p:sp>
        <p:sp>
          <p:nvSpPr>
            <p:cNvPr id="89" name="Freeform 38">
              <a:extLst>
                <a:ext uri="{FF2B5EF4-FFF2-40B4-BE49-F238E27FC236}">
                  <a16:creationId xmlns:a16="http://schemas.microsoft.com/office/drawing/2014/main" xmlns="" id="{9E703E9D-ED76-449C-A8C0-7A1E24B8B27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  <a:extLst/>
          </p:spPr>
        </p:sp>
        <p:sp>
          <p:nvSpPr>
            <p:cNvPr id="90" name="Freeform 39">
              <a:extLst>
                <a:ext uri="{FF2B5EF4-FFF2-40B4-BE49-F238E27FC236}">
                  <a16:creationId xmlns:a16="http://schemas.microsoft.com/office/drawing/2014/main" xmlns="" id="{C70A75E8-C815-4CCF-ABEE-83F19BFE051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  <a:extLst/>
          </p:spPr>
        </p:sp>
        <p:sp>
          <p:nvSpPr>
            <p:cNvPr id="91" name="Freeform 40">
              <a:extLst>
                <a:ext uri="{FF2B5EF4-FFF2-40B4-BE49-F238E27FC236}">
                  <a16:creationId xmlns:a16="http://schemas.microsoft.com/office/drawing/2014/main" xmlns="" id="{E15638E1-6A92-4D31-A034-853A65A754E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  <a:extLst/>
          </p:spPr>
        </p:sp>
        <p:sp>
          <p:nvSpPr>
            <p:cNvPr id="92" name="Rectangle 41">
              <a:extLst>
                <a:ext uri="{FF2B5EF4-FFF2-40B4-BE49-F238E27FC236}">
                  <a16:creationId xmlns:a16="http://schemas.microsoft.com/office/drawing/2014/main" xmlns="" id="{EA3E8D58-D52B-4300-8A50-5696430D1A6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  <a:extLst/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23E760-1823-4F95-A7B5-0F2A5FE4A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328334"/>
            <a:ext cx="6858000" cy="13678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>
                <a:solidFill>
                  <a:srgbClr val="FFFFFF"/>
                </a:solidFill>
              </a:rPr>
              <a:t>Evaluation metric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557BC66-EB04-4437-A169-05694F7A9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1" y="3602038"/>
            <a:ext cx="6857999" cy="95302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000" cap="all" dirty="0">
                <a:solidFill>
                  <a:schemeClr val="bg2"/>
                </a:solidFill>
              </a:rPr>
              <a:t>R2_score – explained variance</a:t>
            </a:r>
          </a:p>
        </p:txBody>
      </p:sp>
    </p:spTree>
    <p:extLst>
      <p:ext uri="{BB962C8B-B14F-4D97-AF65-F5344CB8AC3E}">
        <p14:creationId xmlns:p14="http://schemas.microsoft.com/office/powerpoint/2010/main" val="1622610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data">
            <a:extLst>
              <a:ext uri="{FF2B5EF4-FFF2-40B4-BE49-F238E27FC236}">
                <a16:creationId xmlns:a16="http://schemas.microsoft.com/office/drawing/2014/main" xmlns="" id="{F82C4FB1-3E5D-4A8F-ABED-567DC55FF0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028" y="25878"/>
            <a:ext cx="12031371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47324" y="121342"/>
            <a:ext cx="5121828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Output variable – Scatter plot</a:t>
            </a:r>
            <a:endParaRPr 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78933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linear">
            <a:extLst>
              <a:ext uri="{FF2B5EF4-FFF2-40B4-BE49-F238E27FC236}">
                <a16:creationId xmlns:a16="http://schemas.microsoft.com/office/drawing/2014/main" xmlns="" id="{DBDF1282-2575-4571-ADA7-2DEEEA2431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679" y="94884"/>
            <a:ext cx="11854360" cy="656505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7496" y="198979"/>
            <a:ext cx="534611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Working of Linear Regression</a:t>
            </a:r>
            <a:endParaRPr 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60074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oly">
            <a:extLst>
              <a:ext uri="{FF2B5EF4-FFF2-40B4-BE49-F238E27FC236}">
                <a16:creationId xmlns:a16="http://schemas.microsoft.com/office/drawing/2014/main" xmlns="" id="{90F825C0-CDFE-4832-9262-59C9B62E2A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636" y="89060"/>
            <a:ext cx="11911915" cy="657379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1616" y="164474"/>
            <a:ext cx="6795348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Working of Polynomial regression</a:t>
            </a:r>
            <a:endParaRPr 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0809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dtree">
            <a:extLst>
              <a:ext uri="{FF2B5EF4-FFF2-40B4-BE49-F238E27FC236}">
                <a16:creationId xmlns:a16="http://schemas.microsoft.com/office/drawing/2014/main" xmlns="" id="{513B42B5-5556-4976-99E4-30142C17E0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627" y="108560"/>
            <a:ext cx="11911915" cy="651104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54359" y="173100"/>
            <a:ext cx="5121828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Working of Decision Tree</a:t>
            </a:r>
            <a:endParaRPr 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94531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random forest">
            <a:extLst>
              <a:ext uri="{FF2B5EF4-FFF2-40B4-BE49-F238E27FC236}">
                <a16:creationId xmlns:a16="http://schemas.microsoft.com/office/drawing/2014/main" xmlns="" id="{E18A380D-0B14-4793-BB6F-D79D99DC45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618" y="80320"/>
            <a:ext cx="11911914" cy="657379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1616" y="138594"/>
            <a:ext cx="5121828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Working of Random Forest</a:t>
            </a:r>
            <a:endParaRPr 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11634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xgboost">
            <a:extLst>
              <a:ext uri="{FF2B5EF4-FFF2-40B4-BE49-F238E27FC236}">
                <a16:creationId xmlns:a16="http://schemas.microsoft.com/office/drawing/2014/main" xmlns="" id="{27FBCD46-9E8A-4753-89D5-935D0C5D3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7" y="105687"/>
            <a:ext cx="11953102" cy="67664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1611" y="291426"/>
            <a:ext cx="5121828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Working of </a:t>
            </a:r>
            <a:r>
              <a:rPr lang="en-US" sz="5400" b="1" spc="50" dirty="0" err="1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XGboost</a:t>
            </a:r>
            <a:endParaRPr 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4986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xmlns="" id="{542BF7FE-8937-48A0-93AF-3D43B162A60B}"/>
              </a:ext>
            </a:extLst>
          </p:cNvPr>
          <p:cNvSpPr txBox="1">
            <a:spLocks/>
          </p:cNvSpPr>
          <p:nvPr/>
        </p:nvSpPr>
        <p:spPr>
          <a:xfrm>
            <a:off x="1895978" y="267986"/>
            <a:ext cx="8004631" cy="6448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100" dirty="0"/>
              <a:t>Performance Evaluation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A3982ACA-D629-447A-A7B3-A6C5B6C348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5611" y="1039070"/>
            <a:ext cx="7280778" cy="546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1659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8A0F508-C46C-4587-8F60-A4BB6FBE3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/>
          <a:lstStyle/>
          <a:p>
            <a:r>
              <a:rPr lang="en-US"/>
              <a:t>Previous model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4AF70DE-AB67-4686-8740-DEEEA5085D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805" y="2313173"/>
            <a:ext cx="9950390" cy="29508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4B14652-DBB7-410C-BEAE-669613BC24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54" t="73479" r="56416" b="16889"/>
          <a:stretch/>
        </p:blipFill>
        <p:spPr>
          <a:xfrm>
            <a:off x="2792626" y="4782064"/>
            <a:ext cx="2570207" cy="2842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5F59193-4001-4BD3-AC5D-5F4E5249A7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07" t="63428" r="57161" b="28197"/>
          <a:stretch/>
        </p:blipFill>
        <p:spPr>
          <a:xfrm>
            <a:off x="3348681" y="4473145"/>
            <a:ext cx="2162432" cy="2471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1C45B53F-E75A-44AD-8D56-B4E5838FF4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68" t="53378" r="60266" b="34059"/>
          <a:stretch/>
        </p:blipFill>
        <p:spPr>
          <a:xfrm>
            <a:off x="3126257" y="4769709"/>
            <a:ext cx="135925" cy="3707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CED7A0ED-CA04-4D44-BCBF-7D2BB643407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68" t="53378" r="60266" b="34059"/>
          <a:stretch/>
        </p:blipFill>
        <p:spPr>
          <a:xfrm>
            <a:off x="3216870" y="4477264"/>
            <a:ext cx="135925" cy="3707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70632955-6DB1-41F6-958F-CC229A326F2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5" t="1622" r="82672" b="89834"/>
          <a:stretch/>
        </p:blipFill>
        <p:spPr>
          <a:xfrm>
            <a:off x="2138289" y="2388655"/>
            <a:ext cx="2007835" cy="3396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F34AC095-84C0-43BB-8A35-49B4663A2F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2" t="16933" r="86783" b="51022"/>
          <a:stretch/>
        </p:blipFill>
        <p:spPr>
          <a:xfrm>
            <a:off x="1141413" y="2447777"/>
            <a:ext cx="1008638" cy="9530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26041916-362B-4284-B4F5-9BE94817610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88" t="4165" r="78646" b="81186"/>
          <a:stretch/>
        </p:blipFill>
        <p:spPr>
          <a:xfrm>
            <a:off x="2032707" y="2401740"/>
            <a:ext cx="152020" cy="4834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3E00EBF8-39BD-4C86-A5B7-26DCD2B35D5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24" t="16226" r="80010" b="76765"/>
          <a:stretch/>
        </p:blipFill>
        <p:spPr>
          <a:xfrm>
            <a:off x="1854277" y="2480821"/>
            <a:ext cx="171890" cy="261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3920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Picture 2">
            <a:extLst>
              <a:ext uri="{FF2B5EF4-FFF2-40B4-BE49-F238E27FC236}">
                <a16:creationId xmlns:a16="http://schemas.microsoft.com/office/drawing/2014/main" xmlns="" id="{5FF7B57D-FF7B-48B3-9F60-9BCEEECF9E7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220" name="Group 140">
            <a:extLst>
              <a:ext uri="{FF2B5EF4-FFF2-40B4-BE49-F238E27FC236}">
                <a16:creationId xmlns:a16="http://schemas.microsoft.com/office/drawing/2014/main" xmlns="" id="{EB95AFDF-FA7D-4311-9C65-6D507D92F47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xmlns="" id="{9A5CCD98-20C1-4404-B788-FDA92F8A440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54" name="Rectangle 5">
                <a:extLst>
                  <a:ext uri="{FF2B5EF4-FFF2-40B4-BE49-F238E27FC236}">
                    <a16:creationId xmlns:a16="http://schemas.microsoft.com/office/drawing/2014/main" xmlns="" id="{C1424C76-B5C3-468E-86FA-8D9B269053D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155" name="Freeform 6">
                <a:extLst>
                  <a:ext uri="{FF2B5EF4-FFF2-40B4-BE49-F238E27FC236}">
                    <a16:creationId xmlns:a16="http://schemas.microsoft.com/office/drawing/2014/main" xmlns="" id="{B3922267-72C9-403B-A6DE-7D0A43D5541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6" name="Freeform 7">
                <a:extLst>
                  <a:ext uri="{FF2B5EF4-FFF2-40B4-BE49-F238E27FC236}">
                    <a16:creationId xmlns:a16="http://schemas.microsoft.com/office/drawing/2014/main" xmlns="" id="{7276DB68-2E8D-4723-852B-7476DD38FED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7" name="Freeform 8">
                <a:extLst>
                  <a:ext uri="{FF2B5EF4-FFF2-40B4-BE49-F238E27FC236}">
                    <a16:creationId xmlns:a16="http://schemas.microsoft.com/office/drawing/2014/main" xmlns="" id="{0A155711-4993-4D1E-89EA-A397C164F0F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8" name="Freeform 9">
                <a:extLst>
                  <a:ext uri="{FF2B5EF4-FFF2-40B4-BE49-F238E27FC236}">
                    <a16:creationId xmlns:a16="http://schemas.microsoft.com/office/drawing/2014/main" xmlns="" id="{2AB42136-2551-4CAA-857F-65FA3247B49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9" name="Freeform 10">
                <a:extLst>
                  <a:ext uri="{FF2B5EF4-FFF2-40B4-BE49-F238E27FC236}">
                    <a16:creationId xmlns:a16="http://schemas.microsoft.com/office/drawing/2014/main" xmlns="" id="{7C2ADEA1-EA3E-4C0E-A28E-460092F7FFD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0" name="Freeform 11">
                <a:extLst>
                  <a:ext uri="{FF2B5EF4-FFF2-40B4-BE49-F238E27FC236}">
                    <a16:creationId xmlns:a16="http://schemas.microsoft.com/office/drawing/2014/main" xmlns="" id="{B04584B3-081C-4286-A840-AB5B16B10AA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1" name="Freeform 12">
                <a:extLst>
                  <a:ext uri="{FF2B5EF4-FFF2-40B4-BE49-F238E27FC236}">
                    <a16:creationId xmlns:a16="http://schemas.microsoft.com/office/drawing/2014/main" xmlns="" id="{3AB388FD-C246-4936-A041-E0413A13298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2" name="Freeform 13">
                <a:extLst>
                  <a:ext uri="{FF2B5EF4-FFF2-40B4-BE49-F238E27FC236}">
                    <a16:creationId xmlns:a16="http://schemas.microsoft.com/office/drawing/2014/main" xmlns="" id="{57692343-2D12-4F57-836C-945D407B68B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3" name="Freeform 14">
                <a:extLst>
                  <a:ext uri="{FF2B5EF4-FFF2-40B4-BE49-F238E27FC236}">
                    <a16:creationId xmlns:a16="http://schemas.microsoft.com/office/drawing/2014/main" xmlns="" id="{062EE710-0210-4840-8698-E0DF1C61700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4" name="Freeform 15">
                <a:extLst>
                  <a:ext uri="{FF2B5EF4-FFF2-40B4-BE49-F238E27FC236}">
                    <a16:creationId xmlns:a16="http://schemas.microsoft.com/office/drawing/2014/main" xmlns="" id="{161892F4-6071-40CD-8E18-CDEE0C91B58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5" name="Line 16">
                <a:extLst>
                  <a:ext uri="{FF2B5EF4-FFF2-40B4-BE49-F238E27FC236}">
                    <a16:creationId xmlns:a16="http://schemas.microsoft.com/office/drawing/2014/main" xmlns="" id="{3E6BBE44-8D88-407D-B1C6-10C89DD6173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166" name="Freeform 17">
                <a:extLst>
                  <a:ext uri="{FF2B5EF4-FFF2-40B4-BE49-F238E27FC236}">
                    <a16:creationId xmlns:a16="http://schemas.microsoft.com/office/drawing/2014/main" xmlns="" id="{1E90AE6E-328E-4730-825C-B5130F5CFCA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7" name="Freeform 18">
                <a:extLst>
                  <a:ext uri="{FF2B5EF4-FFF2-40B4-BE49-F238E27FC236}">
                    <a16:creationId xmlns:a16="http://schemas.microsoft.com/office/drawing/2014/main" xmlns="" id="{24EC969F-6E4A-4163-ABDA-4674429A3DC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8" name="Freeform 19">
                <a:extLst>
                  <a:ext uri="{FF2B5EF4-FFF2-40B4-BE49-F238E27FC236}">
                    <a16:creationId xmlns:a16="http://schemas.microsoft.com/office/drawing/2014/main" xmlns="" id="{1B735C94-B049-42C6-9DEF-5DB70D58CE4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9" name="Freeform 20">
                <a:extLst>
                  <a:ext uri="{FF2B5EF4-FFF2-40B4-BE49-F238E27FC236}">
                    <a16:creationId xmlns:a16="http://schemas.microsoft.com/office/drawing/2014/main" xmlns="" id="{051C02E6-1954-478B-AEAE-BF8F36BE941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0" name="Rectangle 21">
                <a:extLst>
                  <a:ext uri="{FF2B5EF4-FFF2-40B4-BE49-F238E27FC236}">
                    <a16:creationId xmlns:a16="http://schemas.microsoft.com/office/drawing/2014/main" xmlns="" id="{6710B1C0-310A-48D0-B824-459D9AFC2FB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171" name="Freeform 22">
                <a:extLst>
                  <a:ext uri="{FF2B5EF4-FFF2-40B4-BE49-F238E27FC236}">
                    <a16:creationId xmlns:a16="http://schemas.microsoft.com/office/drawing/2014/main" xmlns="" id="{1204A606-D9A6-4DC6-9F0E-D516EA1EB95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2" name="Freeform 23">
                <a:extLst>
                  <a:ext uri="{FF2B5EF4-FFF2-40B4-BE49-F238E27FC236}">
                    <a16:creationId xmlns:a16="http://schemas.microsoft.com/office/drawing/2014/main" xmlns="" id="{EE569555-0243-4979-A537-C9B4AFD5F25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3" name="Freeform 24">
                <a:extLst>
                  <a:ext uri="{FF2B5EF4-FFF2-40B4-BE49-F238E27FC236}">
                    <a16:creationId xmlns:a16="http://schemas.microsoft.com/office/drawing/2014/main" xmlns="" id="{D52A977D-4993-48AF-A792-F2DE0963914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4" name="Freeform 25">
                <a:extLst>
                  <a:ext uri="{FF2B5EF4-FFF2-40B4-BE49-F238E27FC236}">
                    <a16:creationId xmlns:a16="http://schemas.microsoft.com/office/drawing/2014/main" xmlns="" id="{93CFF2DC-E52E-4D99-97D5-B0D7B792E50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5" name="Freeform 26">
                <a:extLst>
                  <a:ext uri="{FF2B5EF4-FFF2-40B4-BE49-F238E27FC236}">
                    <a16:creationId xmlns:a16="http://schemas.microsoft.com/office/drawing/2014/main" xmlns="" id="{5E175372-AF09-42A7-B3D0-226C8348917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6" name="Freeform 27">
                <a:extLst>
                  <a:ext uri="{FF2B5EF4-FFF2-40B4-BE49-F238E27FC236}">
                    <a16:creationId xmlns:a16="http://schemas.microsoft.com/office/drawing/2014/main" xmlns="" id="{ABF20BA9-F4B2-49EA-A573-578B1897747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7" name="Freeform 28">
                <a:extLst>
                  <a:ext uri="{FF2B5EF4-FFF2-40B4-BE49-F238E27FC236}">
                    <a16:creationId xmlns:a16="http://schemas.microsoft.com/office/drawing/2014/main" xmlns="" id="{AA3A7A4B-C811-4E23-8BFD-5823A032DA3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8" name="Freeform 29">
                <a:extLst>
                  <a:ext uri="{FF2B5EF4-FFF2-40B4-BE49-F238E27FC236}">
                    <a16:creationId xmlns:a16="http://schemas.microsoft.com/office/drawing/2014/main" xmlns="" id="{47537781-F057-4B97-AD8F-12FE9BE599A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9" name="Freeform 30">
                <a:extLst>
                  <a:ext uri="{FF2B5EF4-FFF2-40B4-BE49-F238E27FC236}">
                    <a16:creationId xmlns:a16="http://schemas.microsoft.com/office/drawing/2014/main" xmlns="" id="{078883C7-EB52-4BB7-A9A7-F8C046A8331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0" name="Freeform 31">
                <a:extLst>
                  <a:ext uri="{FF2B5EF4-FFF2-40B4-BE49-F238E27FC236}">
                    <a16:creationId xmlns:a16="http://schemas.microsoft.com/office/drawing/2014/main" xmlns="" id="{63CCBBF8-5972-4ED3-AB5B-46DC425B177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xmlns="" id="{A8C19883-37FB-437C-A3AA-89AA6239D3A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44" name="Freeform 32">
                <a:extLst>
                  <a:ext uri="{FF2B5EF4-FFF2-40B4-BE49-F238E27FC236}">
                    <a16:creationId xmlns:a16="http://schemas.microsoft.com/office/drawing/2014/main" xmlns="" id="{AF1753DD-4CEF-45EC-B952-90EA8895D7C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5" name="Freeform 33">
                <a:extLst>
                  <a:ext uri="{FF2B5EF4-FFF2-40B4-BE49-F238E27FC236}">
                    <a16:creationId xmlns:a16="http://schemas.microsoft.com/office/drawing/2014/main" xmlns="" id="{5B9356DB-C1BE-4D76-8FA7-4FBAA12D1D3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6" name="Freeform 34">
                <a:extLst>
                  <a:ext uri="{FF2B5EF4-FFF2-40B4-BE49-F238E27FC236}">
                    <a16:creationId xmlns:a16="http://schemas.microsoft.com/office/drawing/2014/main" xmlns="" id="{C4F59561-572D-42BA-A6FD-F3AFA1A394D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7" name="Freeform 35">
                <a:extLst>
                  <a:ext uri="{FF2B5EF4-FFF2-40B4-BE49-F238E27FC236}">
                    <a16:creationId xmlns:a16="http://schemas.microsoft.com/office/drawing/2014/main" xmlns="" id="{BB7A51A1-D509-4494-BAE2-1B96CAD4DB3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8" name="Freeform 36">
                <a:extLst>
                  <a:ext uri="{FF2B5EF4-FFF2-40B4-BE49-F238E27FC236}">
                    <a16:creationId xmlns:a16="http://schemas.microsoft.com/office/drawing/2014/main" xmlns="" id="{D3FE0B5A-55DE-4E56-8E9B-B92D1DB9A89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9" name="Freeform 37">
                <a:extLst>
                  <a:ext uri="{FF2B5EF4-FFF2-40B4-BE49-F238E27FC236}">
                    <a16:creationId xmlns:a16="http://schemas.microsoft.com/office/drawing/2014/main" xmlns="" id="{F125661C-3A0E-4B6E-B2AB-1B08C892517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0" name="Freeform 38">
                <a:extLst>
                  <a:ext uri="{FF2B5EF4-FFF2-40B4-BE49-F238E27FC236}">
                    <a16:creationId xmlns:a16="http://schemas.microsoft.com/office/drawing/2014/main" xmlns="" id="{39304006-EE77-438A-A0D1-537322356C1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1" name="Freeform 39">
                <a:extLst>
                  <a:ext uri="{FF2B5EF4-FFF2-40B4-BE49-F238E27FC236}">
                    <a16:creationId xmlns:a16="http://schemas.microsoft.com/office/drawing/2014/main" xmlns="" id="{C6031DEB-4109-4049-82CF-DD06483A2CA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2" name="Freeform 40">
                <a:extLst>
                  <a:ext uri="{FF2B5EF4-FFF2-40B4-BE49-F238E27FC236}">
                    <a16:creationId xmlns:a16="http://schemas.microsoft.com/office/drawing/2014/main" xmlns="" id="{65FC2657-18D6-4490-88D6-32E6B1C6FB1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3" name="Rectangle 41">
                <a:extLst>
                  <a:ext uri="{FF2B5EF4-FFF2-40B4-BE49-F238E27FC236}">
                    <a16:creationId xmlns:a16="http://schemas.microsoft.com/office/drawing/2014/main" xmlns="" id="{20BEA03B-3EAD-4FA2-BC9D-25A14D635CF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 useBgFill="1">
        <p:nvSpPr>
          <p:cNvPr id="221" name="Rectangle 181">
            <a:extLst>
              <a:ext uri="{FF2B5EF4-FFF2-40B4-BE49-F238E27FC236}">
                <a16:creationId xmlns:a16="http://schemas.microsoft.com/office/drawing/2014/main" xmlns="" id="{C2E4E997-8672-4FFD-B8EC-9932A8E4714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2" name="Picture 2">
            <a:extLst>
              <a:ext uri="{FF2B5EF4-FFF2-40B4-BE49-F238E27FC236}">
                <a16:creationId xmlns:a16="http://schemas.microsoft.com/office/drawing/2014/main" xmlns="" id="{FE6BA9E6-1D9E-4D30-B528-D49FA1342E4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F2A640D0-70C9-43DA-B864-7D70F5E80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Adaboost</a:t>
            </a:r>
            <a:br>
              <a:rPr lang="en-US"/>
            </a:b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5ED58EBF-E7E3-41CD-AB87-41B692C01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5387" y="1767418"/>
            <a:ext cx="4533901" cy="4563532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400" dirty="0"/>
              <a:t>Initially, Adaboost selects a training subset randomly.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400" dirty="0"/>
              <a:t>It iteratively trains the model by selecting the training set based on the accurate prediction of the last training.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400" dirty="0"/>
              <a:t>It assigns the higher weight to wrong classified observations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xmlns="" id="{48B0C1BB-F91B-4F18-855A-E3024C323D0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6096000" y="1881947"/>
            <a:ext cx="5456279" cy="3069156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223" name="Group 185">
            <a:extLst>
              <a:ext uri="{FF2B5EF4-FFF2-40B4-BE49-F238E27FC236}">
                <a16:creationId xmlns:a16="http://schemas.microsoft.com/office/drawing/2014/main" xmlns="" id="{453E4DEE-E996-40F8-8635-0FF43D7348F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87" name="Rectangle 5">
              <a:extLst>
                <a:ext uri="{FF2B5EF4-FFF2-40B4-BE49-F238E27FC236}">
                  <a16:creationId xmlns:a16="http://schemas.microsoft.com/office/drawing/2014/main" xmlns="" id="{08BD1D3E-43CE-49EB-A424-0738950C642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24" name="Freeform 6">
              <a:extLst>
                <a:ext uri="{FF2B5EF4-FFF2-40B4-BE49-F238E27FC236}">
                  <a16:creationId xmlns:a16="http://schemas.microsoft.com/office/drawing/2014/main" xmlns="" id="{E9182037-E3FA-489A-95D5-29E4248420D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9" name="Freeform 7">
              <a:extLst>
                <a:ext uri="{FF2B5EF4-FFF2-40B4-BE49-F238E27FC236}">
                  <a16:creationId xmlns:a16="http://schemas.microsoft.com/office/drawing/2014/main" xmlns="" id="{E8864E76-AD7F-4BEE-B3F6-A78FA42AEFA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5" name="Freeform 8">
              <a:extLst>
                <a:ext uri="{FF2B5EF4-FFF2-40B4-BE49-F238E27FC236}">
                  <a16:creationId xmlns:a16="http://schemas.microsoft.com/office/drawing/2014/main" xmlns="" id="{8AD071B3-046D-4479-91FE-01E9AD7C8AA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1" name="Freeform 9">
              <a:extLst>
                <a:ext uri="{FF2B5EF4-FFF2-40B4-BE49-F238E27FC236}">
                  <a16:creationId xmlns:a16="http://schemas.microsoft.com/office/drawing/2014/main" xmlns="" id="{91D776F5-E902-4A4D-A75D-A46E063C9F3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2" name="Freeform 10">
              <a:extLst>
                <a:ext uri="{FF2B5EF4-FFF2-40B4-BE49-F238E27FC236}">
                  <a16:creationId xmlns:a16="http://schemas.microsoft.com/office/drawing/2014/main" xmlns="" id="{EBED8F24-A998-4952-AB68-E2074F0746F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3" name="Freeform 11">
              <a:extLst>
                <a:ext uri="{FF2B5EF4-FFF2-40B4-BE49-F238E27FC236}">
                  <a16:creationId xmlns:a16="http://schemas.microsoft.com/office/drawing/2014/main" xmlns="" id="{74D7A646-8CDC-49B3-9C44-3EF38DB4264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4" name="Freeform 12">
              <a:extLst>
                <a:ext uri="{FF2B5EF4-FFF2-40B4-BE49-F238E27FC236}">
                  <a16:creationId xmlns:a16="http://schemas.microsoft.com/office/drawing/2014/main" xmlns="" id="{D4E99D14-E4F4-419B-9AAF-8D1CEAB28A2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5" name="Freeform 13">
              <a:extLst>
                <a:ext uri="{FF2B5EF4-FFF2-40B4-BE49-F238E27FC236}">
                  <a16:creationId xmlns:a16="http://schemas.microsoft.com/office/drawing/2014/main" xmlns="" id="{377E106C-5445-4A52-9F7E-DA173874429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6" name="Freeform 14">
              <a:extLst>
                <a:ext uri="{FF2B5EF4-FFF2-40B4-BE49-F238E27FC236}">
                  <a16:creationId xmlns:a16="http://schemas.microsoft.com/office/drawing/2014/main" xmlns="" id="{752BFE96-D378-4BAE-A64B-F851A34C477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7" name="Freeform 15">
              <a:extLst>
                <a:ext uri="{FF2B5EF4-FFF2-40B4-BE49-F238E27FC236}">
                  <a16:creationId xmlns:a16="http://schemas.microsoft.com/office/drawing/2014/main" xmlns="" id="{B88FFB19-5A5E-4078-B467-9D4ABD21BD9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8" name="Line 16">
              <a:extLst>
                <a:ext uri="{FF2B5EF4-FFF2-40B4-BE49-F238E27FC236}">
                  <a16:creationId xmlns:a16="http://schemas.microsoft.com/office/drawing/2014/main" xmlns="" id="{11042975-3D19-4728-BCDA-D3F5CD633ED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99" name="Freeform 17">
              <a:extLst>
                <a:ext uri="{FF2B5EF4-FFF2-40B4-BE49-F238E27FC236}">
                  <a16:creationId xmlns:a16="http://schemas.microsoft.com/office/drawing/2014/main" xmlns="" id="{A28972BD-D2E1-4DCA-A907-2E3B6F60664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0" name="Freeform 18">
              <a:extLst>
                <a:ext uri="{FF2B5EF4-FFF2-40B4-BE49-F238E27FC236}">
                  <a16:creationId xmlns:a16="http://schemas.microsoft.com/office/drawing/2014/main" xmlns="" id="{1C806824-5C2D-4747-B038-69EE4074B3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1" name="Freeform 19">
              <a:extLst>
                <a:ext uri="{FF2B5EF4-FFF2-40B4-BE49-F238E27FC236}">
                  <a16:creationId xmlns:a16="http://schemas.microsoft.com/office/drawing/2014/main" xmlns="" id="{3B33F710-16D7-4F48-BFCA-66C9CA2352C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2" name="Freeform 20">
              <a:extLst>
                <a:ext uri="{FF2B5EF4-FFF2-40B4-BE49-F238E27FC236}">
                  <a16:creationId xmlns:a16="http://schemas.microsoft.com/office/drawing/2014/main" xmlns="" id="{6C8C8ED4-90FA-4E97-AAF0-D5D51E6A935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3" name="Rectangle 21">
              <a:extLst>
                <a:ext uri="{FF2B5EF4-FFF2-40B4-BE49-F238E27FC236}">
                  <a16:creationId xmlns:a16="http://schemas.microsoft.com/office/drawing/2014/main" xmlns="" id="{6C5EB9C1-B25F-4172-8A96-5950ECC828F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04" name="Freeform 22">
              <a:extLst>
                <a:ext uri="{FF2B5EF4-FFF2-40B4-BE49-F238E27FC236}">
                  <a16:creationId xmlns:a16="http://schemas.microsoft.com/office/drawing/2014/main" xmlns="" id="{097E6E8A-9373-4655-882B-21715CCE97E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5" name="Freeform 23">
              <a:extLst>
                <a:ext uri="{FF2B5EF4-FFF2-40B4-BE49-F238E27FC236}">
                  <a16:creationId xmlns:a16="http://schemas.microsoft.com/office/drawing/2014/main" xmlns="" id="{EB8CC766-1206-4372-ACAF-8230AF4D542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6" name="Freeform 24">
              <a:extLst>
                <a:ext uri="{FF2B5EF4-FFF2-40B4-BE49-F238E27FC236}">
                  <a16:creationId xmlns:a16="http://schemas.microsoft.com/office/drawing/2014/main" xmlns="" id="{1C8E2511-2489-47B2-9C19-C410910DD90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7" name="Freeform 25">
              <a:extLst>
                <a:ext uri="{FF2B5EF4-FFF2-40B4-BE49-F238E27FC236}">
                  <a16:creationId xmlns:a16="http://schemas.microsoft.com/office/drawing/2014/main" xmlns="" id="{D7820196-0A47-47EF-832C-A688E8977D6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8" name="Freeform 26">
              <a:extLst>
                <a:ext uri="{FF2B5EF4-FFF2-40B4-BE49-F238E27FC236}">
                  <a16:creationId xmlns:a16="http://schemas.microsoft.com/office/drawing/2014/main" xmlns="" id="{4982E0BF-34AE-48A3-AD6B-E0F3CD05DB3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9" name="Freeform 27">
              <a:extLst>
                <a:ext uri="{FF2B5EF4-FFF2-40B4-BE49-F238E27FC236}">
                  <a16:creationId xmlns:a16="http://schemas.microsoft.com/office/drawing/2014/main" xmlns="" id="{CD34643B-9DF2-4310-8868-48252C3393F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0" name="Freeform 28">
              <a:extLst>
                <a:ext uri="{FF2B5EF4-FFF2-40B4-BE49-F238E27FC236}">
                  <a16:creationId xmlns:a16="http://schemas.microsoft.com/office/drawing/2014/main" xmlns="" id="{4E020C4E-AF64-44A8-B830-779541D8D54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1" name="Freeform 29">
              <a:extLst>
                <a:ext uri="{FF2B5EF4-FFF2-40B4-BE49-F238E27FC236}">
                  <a16:creationId xmlns:a16="http://schemas.microsoft.com/office/drawing/2014/main" xmlns="" id="{D97BC3D3-B1B3-4825-9169-BBEF1DBCF05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2" name="Freeform 30">
              <a:extLst>
                <a:ext uri="{FF2B5EF4-FFF2-40B4-BE49-F238E27FC236}">
                  <a16:creationId xmlns:a16="http://schemas.microsoft.com/office/drawing/2014/main" xmlns="" id="{A750DC4F-1DAF-470E-98C6-6C68DEB9336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3" name="Freeform 31">
              <a:extLst>
                <a:ext uri="{FF2B5EF4-FFF2-40B4-BE49-F238E27FC236}">
                  <a16:creationId xmlns:a16="http://schemas.microsoft.com/office/drawing/2014/main" xmlns="" id="{2F99594A-5BBD-4E10-A818-8BE52B7D952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</p:spTree>
    <p:extLst>
      <p:ext uri="{BB962C8B-B14F-4D97-AF65-F5344CB8AC3E}">
        <p14:creationId xmlns:p14="http://schemas.microsoft.com/office/powerpoint/2010/main" val="1787942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xmlns="" id="{6A3AED35-1F7D-4F5C-8F62-0EC0E7FCC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/>
          <a:lstStyle/>
          <a:p>
            <a:r>
              <a:rPr lang="en-US" dirty="0"/>
              <a:t>Improved model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D8549B13-9B36-4168-AD76-78477B0F95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352" y="2308246"/>
            <a:ext cx="10232408" cy="3326435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xmlns="" id="{4F5BF999-F6B3-4E1D-831B-9EFA027E86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45" t="13273" r="19561" b="82403"/>
          <a:stretch/>
        </p:blipFill>
        <p:spPr>
          <a:xfrm>
            <a:off x="2199501" y="4905633"/>
            <a:ext cx="1915299" cy="37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4685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D7F4FDCB-4857-4272-B1B6-E462520B35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xmlns="" id="{82D35566-8C01-4931-A7E4-E881753D5F84}"/>
              </a:ext>
            </a:extLst>
          </p:cNvPr>
          <p:cNvSpPr/>
          <p:nvPr/>
        </p:nvSpPr>
        <p:spPr>
          <a:xfrm>
            <a:off x="2985519" y="2867433"/>
            <a:ext cx="6220961" cy="1123134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COMPARISON WITH BENCHMARK</a:t>
            </a:r>
          </a:p>
        </p:txBody>
      </p:sp>
    </p:spTree>
    <p:extLst>
      <p:ext uri="{BB962C8B-B14F-4D97-AF65-F5344CB8AC3E}">
        <p14:creationId xmlns:p14="http://schemas.microsoft.com/office/powerpoint/2010/main" val="42439594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xmlns="" id="{EA8ADA9F-99E3-4964-8962-1118D1439F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366C3164-AA9F-47E3-913A-4F002BC00F6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xmlns="" id="{23FFBAC2-26D2-48B6-B2AA-34AEA0E79E2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5" name="Rectangle 5">
                <a:extLst>
                  <a:ext uri="{FF2B5EF4-FFF2-40B4-BE49-F238E27FC236}">
                    <a16:creationId xmlns:a16="http://schemas.microsoft.com/office/drawing/2014/main" xmlns="" id="{9B164BCB-27D3-4B8C-AC13-0A6F461082B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6">
                <a:extLst>
                  <a:ext uri="{FF2B5EF4-FFF2-40B4-BE49-F238E27FC236}">
                    <a16:creationId xmlns:a16="http://schemas.microsoft.com/office/drawing/2014/main" xmlns="" id="{10B247BE-F4A2-4259-9B20-FB9A555D280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7">
                <a:extLst>
                  <a:ext uri="{FF2B5EF4-FFF2-40B4-BE49-F238E27FC236}">
                    <a16:creationId xmlns:a16="http://schemas.microsoft.com/office/drawing/2014/main" xmlns="" id="{39322C5A-DB6D-4B28-8C1C-1B1E8967891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8">
                <a:extLst>
                  <a:ext uri="{FF2B5EF4-FFF2-40B4-BE49-F238E27FC236}">
                    <a16:creationId xmlns:a16="http://schemas.microsoft.com/office/drawing/2014/main" xmlns="" id="{67009B08-E345-4516-96EC-ED0AB1F30BA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9">
                <a:extLst>
                  <a:ext uri="{FF2B5EF4-FFF2-40B4-BE49-F238E27FC236}">
                    <a16:creationId xmlns:a16="http://schemas.microsoft.com/office/drawing/2014/main" xmlns="" id="{DFE2793C-165C-4635-A26E-C569C8E0C53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0">
                <a:extLst>
                  <a:ext uri="{FF2B5EF4-FFF2-40B4-BE49-F238E27FC236}">
                    <a16:creationId xmlns:a16="http://schemas.microsoft.com/office/drawing/2014/main" xmlns="" id="{ECDFEF2C-7B0A-41A1-BB61-C92CB3E3A77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1">
                <a:extLst>
                  <a:ext uri="{FF2B5EF4-FFF2-40B4-BE49-F238E27FC236}">
                    <a16:creationId xmlns:a16="http://schemas.microsoft.com/office/drawing/2014/main" xmlns="" id="{0012A396-1946-4B40-AA39-0790157CE93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Freeform 12">
                <a:extLst>
                  <a:ext uri="{FF2B5EF4-FFF2-40B4-BE49-F238E27FC236}">
                    <a16:creationId xmlns:a16="http://schemas.microsoft.com/office/drawing/2014/main" xmlns="" id="{CD6C6024-F73D-4991-97B9-BE53FF24E31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3" name="Freeform 13">
                <a:extLst>
                  <a:ext uri="{FF2B5EF4-FFF2-40B4-BE49-F238E27FC236}">
                    <a16:creationId xmlns:a16="http://schemas.microsoft.com/office/drawing/2014/main" xmlns="" id="{5977EDD1-3D10-43FA-B800-7A7C8112B77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4">
                <a:extLst>
                  <a:ext uri="{FF2B5EF4-FFF2-40B4-BE49-F238E27FC236}">
                    <a16:creationId xmlns:a16="http://schemas.microsoft.com/office/drawing/2014/main" xmlns="" id="{D37988CF-9FC6-48F5-82F8-D2EB0178A3B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5">
                <a:extLst>
                  <a:ext uri="{FF2B5EF4-FFF2-40B4-BE49-F238E27FC236}">
                    <a16:creationId xmlns:a16="http://schemas.microsoft.com/office/drawing/2014/main" xmlns="" id="{EC5BB05B-491C-414A-91C3-B1CAB785A84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Line 16">
                <a:extLst>
                  <a:ext uri="{FF2B5EF4-FFF2-40B4-BE49-F238E27FC236}">
                    <a16:creationId xmlns:a16="http://schemas.microsoft.com/office/drawing/2014/main" xmlns="" id="{F3180CB6-F8D2-4596-B6CB-F9CEF5D3894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xmlns="" id="{DF338DD3-80F8-4F68-AC7C-361ABF2A9BF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xmlns="" id="{9666E4DB-B855-4A4E-BB50-1880738C11D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xmlns="" id="{F570FD9C-B435-4EF1-962C-621F1261AA5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0">
                <a:extLst>
                  <a:ext uri="{FF2B5EF4-FFF2-40B4-BE49-F238E27FC236}">
                    <a16:creationId xmlns:a16="http://schemas.microsoft.com/office/drawing/2014/main" xmlns="" id="{E236AF0B-3BDC-43C3-8FFC-2A94121E946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Rectangle 21">
                <a:extLst>
                  <a:ext uri="{FF2B5EF4-FFF2-40B4-BE49-F238E27FC236}">
                    <a16:creationId xmlns:a16="http://schemas.microsoft.com/office/drawing/2014/main" xmlns="" id="{3BA2C208-5097-4497-AA2C-ADDDAB48B6A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2">
                <a:extLst>
                  <a:ext uri="{FF2B5EF4-FFF2-40B4-BE49-F238E27FC236}">
                    <a16:creationId xmlns:a16="http://schemas.microsoft.com/office/drawing/2014/main" xmlns="" id="{6A45DD96-8D07-43CA-B036-6FDA880A17B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3">
                <a:extLst>
                  <a:ext uri="{FF2B5EF4-FFF2-40B4-BE49-F238E27FC236}">
                    <a16:creationId xmlns:a16="http://schemas.microsoft.com/office/drawing/2014/main" xmlns="" id="{AF7F7CBB-E154-4CD5-9ED0-D5DDC1DFEAE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4">
                <a:extLst>
                  <a:ext uri="{FF2B5EF4-FFF2-40B4-BE49-F238E27FC236}">
                    <a16:creationId xmlns:a16="http://schemas.microsoft.com/office/drawing/2014/main" xmlns="" id="{EFF4AB16-41DD-4877-8C28-ED78F4CA7FE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5">
                <a:extLst>
                  <a:ext uri="{FF2B5EF4-FFF2-40B4-BE49-F238E27FC236}">
                    <a16:creationId xmlns:a16="http://schemas.microsoft.com/office/drawing/2014/main" xmlns="" id="{30BCBD5D-92EB-487E-B1D0-F9000D45D10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26">
                <a:extLst>
                  <a:ext uri="{FF2B5EF4-FFF2-40B4-BE49-F238E27FC236}">
                    <a16:creationId xmlns:a16="http://schemas.microsoft.com/office/drawing/2014/main" xmlns="" id="{DA07BDB8-9827-4EBF-9B99-6C503EA0BC6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27">
                <a:extLst>
                  <a:ext uri="{FF2B5EF4-FFF2-40B4-BE49-F238E27FC236}">
                    <a16:creationId xmlns:a16="http://schemas.microsoft.com/office/drawing/2014/main" xmlns="" id="{7F41FB05-1B3F-450A-A1A7-8C8BD182A54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8" name="Freeform 28">
                <a:extLst>
                  <a:ext uri="{FF2B5EF4-FFF2-40B4-BE49-F238E27FC236}">
                    <a16:creationId xmlns:a16="http://schemas.microsoft.com/office/drawing/2014/main" xmlns="" id="{0629E219-1F32-41C1-B921-05E4561179B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9" name="Freeform 29">
                <a:extLst>
                  <a:ext uri="{FF2B5EF4-FFF2-40B4-BE49-F238E27FC236}">
                    <a16:creationId xmlns:a16="http://schemas.microsoft.com/office/drawing/2014/main" xmlns="" id="{8081FB28-486E-4C09-9D15-0B2657B56FB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0" name="Freeform 30">
                <a:extLst>
                  <a:ext uri="{FF2B5EF4-FFF2-40B4-BE49-F238E27FC236}">
                    <a16:creationId xmlns:a16="http://schemas.microsoft.com/office/drawing/2014/main" xmlns="" id="{CB547EFB-F29D-4336-9644-0AE7A94EA4C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" name="Freeform 31">
                <a:extLst>
                  <a:ext uri="{FF2B5EF4-FFF2-40B4-BE49-F238E27FC236}">
                    <a16:creationId xmlns:a16="http://schemas.microsoft.com/office/drawing/2014/main" xmlns="" id="{BB2793F4-FAD7-459A-BC46-06BB1D4FAAC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xmlns="" id="{FC01589C-0235-4B21-B264-777746D4D59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5" name="Freeform 32">
                <a:extLst>
                  <a:ext uri="{FF2B5EF4-FFF2-40B4-BE49-F238E27FC236}">
                    <a16:creationId xmlns:a16="http://schemas.microsoft.com/office/drawing/2014/main" xmlns="" id="{678F5669-8CE7-445E-8D54-49C5E2013B4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3">
                <a:extLst>
                  <a:ext uri="{FF2B5EF4-FFF2-40B4-BE49-F238E27FC236}">
                    <a16:creationId xmlns:a16="http://schemas.microsoft.com/office/drawing/2014/main" xmlns="" id="{E93A3F8E-D876-485E-9EDC-43E315DE1EE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4">
                <a:extLst>
                  <a:ext uri="{FF2B5EF4-FFF2-40B4-BE49-F238E27FC236}">
                    <a16:creationId xmlns:a16="http://schemas.microsoft.com/office/drawing/2014/main" xmlns="" id="{B4F848A6-931A-4CC9-9B29-C7A9CEA3ACE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5">
                <a:extLst>
                  <a:ext uri="{FF2B5EF4-FFF2-40B4-BE49-F238E27FC236}">
                    <a16:creationId xmlns:a16="http://schemas.microsoft.com/office/drawing/2014/main" xmlns="" id="{5C4204D4-6782-4DB1-8FF8-86CC698AF2F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36">
                <a:extLst>
                  <a:ext uri="{FF2B5EF4-FFF2-40B4-BE49-F238E27FC236}">
                    <a16:creationId xmlns:a16="http://schemas.microsoft.com/office/drawing/2014/main" xmlns="" id="{3907C583-5764-43DC-8AF9-992D3472F67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Freeform 37">
                <a:extLst>
                  <a:ext uri="{FF2B5EF4-FFF2-40B4-BE49-F238E27FC236}">
                    <a16:creationId xmlns:a16="http://schemas.microsoft.com/office/drawing/2014/main" xmlns="" id="{56CE3D6E-1121-4EF2-9DFB-7F3937FCCD0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1" name="Freeform 38">
                <a:extLst>
                  <a:ext uri="{FF2B5EF4-FFF2-40B4-BE49-F238E27FC236}">
                    <a16:creationId xmlns:a16="http://schemas.microsoft.com/office/drawing/2014/main" xmlns="" id="{3AEB7245-E197-4AE5-BCFC-7821E49EFE4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39">
                <a:extLst>
                  <a:ext uri="{FF2B5EF4-FFF2-40B4-BE49-F238E27FC236}">
                    <a16:creationId xmlns:a16="http://schemas.microsoft.com/office/drawing/2014/main" xmlns="" id="{801E9C76-F4FB-4C4D-9350-B526F294E01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40">
                <a:extLst>
                  <a:ext uri="{FF2B5EF4-FFF2-40B4-BE49-F238E27FC236}">
                    <a16:creationId xmlns:a16="http://schemas.microsoft.com/office/drawing/2014/main" xmlns="" id="{F9C0C5DE-6C8C-4CD0-9C91-6A132A06DA7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Rectangle 41">
                <a:extLst>
                  <a:ext uri="{FF2B5EF4-FFF2-40B4-BE49-F238E27FC236}">
                    <a16:creationId xmlns:a16="http://schemas.microsoft.com/office/drawing/2014/main" xmlns="" id="{955A7039-8B66-4CF0-8048-0AD0F4A5B85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xmlns="" id="{C068D0EE-C6C8-484A-AFB7-3602BA27F8C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xmlns="" id="{DDE5FB8C-CC3F-4C24-BF4F-1B5999DE685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6211895-F6CA-4514-BCF6-D069950B37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15" y="643467"/>
            <a:ext cx="10870370" cy="5571066"/>
          </a:xfrm>
          <a:prstGeom prst="rect">
            <a:avLst/>
          </a:prstGeom>
        </p:spPr>
      </p:pic>
      <p:sp>
        <p:nvSpPr>
          <p:cNvPr id="94" name="Rectangle 93">
            <a:extLst>
              <a:ext uri="{FF2B5EF4-FFF2-40B4-BE49-F238E27FC236}">
                <a16:creationId xmlns:a16="http://schemas.microsoft.com/office/drawing/2014/main" xmlns="" id="{AF75B259-0D00-4409-AF64-C15A4945880A}"/>
              </a:ext>
            </a:extLst>
          </p:cNvPr>
          <p:cNvSpPr/>
          <p:nvPr/>
        </p:nvSpPr>
        <p:spPr>
          <a:xfrm>
            <a:off x="1206500" y="992843"/>
            <a:ext cx="3859770" cy="138499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ACTUAL VALUES </a:t>
            </a:r>
          </a:p>
          <a:p>
            <a:pPr algn="ctr"/>
            <a:r>
              <a:rPr lang="en-US" sz="28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VS</a:t>
            </a:r>
          </a:p>
          <a:p>
            <a:pPr algn="ctr"/>
            <a:r>
              <a:rPr lang="en-US" sz="28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PREDICTED VALUES</a:t>
            </a:r>
          </a:p>
        </p:txBody>
      </p:sp>
    </p:spTree>
    <p:extLst>
      <p:ext uri="{BB962C8B-B14F-4D97-AF65-F5344CB8AC3E}">
        <p14:creationId xmlns:p14="http://schemas.microsoft.com/office/powerpoint/2010/main" val="19288473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6BFC9644-673A-459F-B3C5-9310A4E50E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4ADB9295-9645-4BF2-ADFD-75800B7FAD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xmlns="" id="{95B061E9-E435-4E1B-B160-96584A11669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xmlns="" id="{3CD7972E-7D38-40EE-A80B-E2A848811ED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xmlns="" id="{524A3B55-746F-419F-8CFF-5F3A4BE1434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xmlns="" id="{9C63219B-AD72-4494-935E-F5C70DB5497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xmlns="" id="{15B41FD2-05E2-44E7-8760-09E65D1C603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xmlns="" id="{FE6D63D0-3347-4EE2-8F65-F1C32168FA2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xmlns="" id="{538A46A3-DB16-45D5-B636-03EFE39FE96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xmlns="" id="{0B8A2B0E-823F-4BE8-9359-45143BB1248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xmlns="" id="{44516B3C-A8BE-46FC-B643-3DFEB7F2838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xmlns="" id="{59FD699C-3920-4E57-BE27-165A3F036C2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xmlns="" id="{0FB0C02E-3F53-4889-8ADF-80DBC43F693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xmlns="" id="{F8A0C89C-946F-4BCD-8A27-BB73E37FE52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xmlns="" id="{70C83EAF-4E92-4849-A240-B257871DC03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xmlns="" id="{320FD164-4D7A-469C-B3F4-B926BFACF53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xmlns="" id="{F6E14D9A-4E63-48FF-95C5-9E8DDFF86C4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xmlns="" id="{F3DCD24F-3CA8-4404-B22C-E4C928995F3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xmlns="" id="{8AD2E827-32A3-4BE4-9CC6-8315629177A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xmlns="" id="{47FB2CCC-1230-494F-B2D1-F05E5B8EDF5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xmlns="" id="{A5F44514-9274-47E3-9243-CA9356C166B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xmlns="" id="{D06192CD-AD86-4DCA-8B53-4ACCA46583A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xmlns="" id="{99E9203A-21E4-46D8-981A-4B28CA320A6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xmlns="" id="{32FCE9B6-FB52-4045-8DCC-E5959B9A403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xmlns="" id="{E4A7025C-CDE8-429A-BBB9-E7380C96238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xmlns="" id="{A4EA0256-5DF5-437A-98A7-B79F3E6BB89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xmlns="" id="{90C9433D-9E1C-493B-BEBD-C3081FFA328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xmlns="" id="{352B39BB-F298-4285-A709-1FBA0CB722C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xmlns="" id="{31CAF2A0-CBA0-4E86-AA87-8750EC1AFB2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60C9EFD-2A3D-4CAB-A1FC-61DCB964D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015" y="1093787"/>
            <a:ext cx="3059969" cy="4697413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  <p:sp useBgFill="1">
        <p:nvSpPr>
          <p:cNvPr id="39" name="Round Diagonal Corner Rectangle 7">
            <a:extLst>
              <a:ext uri="{FF2B5EF4-FFF2-40B4-BE49-F238E27FC236}">
                <a16:creationId xmlns:a16="http://schemas.microsoft.com/office/drawing/2014/main" xmlns="" id="{7D1C411D-0818-4640-8657-2AF78250C80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6AE61B5-9796-42A6-A10F-9517662A2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2570" y="2146300"/>
            <a:ext cx="5831944" cy="4697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Decision Tree Regression model with AdaBoost performs better than other models according to the r2 score of the estimator in this situation.</a:t>
            </a:r>
          </a:p>
        </p:txBody>
      </p:sp>
    </p:spTree>
    <p:extLst>
      <p:ext uri="{BB962C8B-B14F-4D97-AF65-F5344CB8AC3E}">
        <p14:creationId xmlns:p14="http://schemas.microsoft.com/office/powerpoint/2010/main" val="25876973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7F6DE7-B680-4CD6-B55F-3DD27F6A7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extensions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1B8542F-5484-445D-BD47-7C4609000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further improve the predictive power of the models, another set of features can be constructed based on crystallographic and electronic information</a:t>
            </a:r>
          </a:p>
          <a:p>
            <a:r>
              <a:rPr lang="en-US" dirty="0"/>
              <a:t>By building a model which can extract the required features for our model from different combinations of elements we can find new possible superconductors</a:t>
            </a:r>
          </a:p>
        </p:txBody>
      </p:sp>
    </p:spTree>
    <p:extLst>
      <p:ext uri="{BB962C8B-B14F-4D97-AF65-F5344CB8AC3E}">
        <p14:creationId xmlns:p14="http://schemas.microsoft.com/office/powerpoint/2010/main" val="31046678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70F5336-CEAE-4D92-AFF6-893545123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2528" y="2545792"/>
            <a:ext cx="3444655" cy="1478570"/>
          </a:xfrm>
        </p:spPr>
        <p:txBody>
          <a:bodyPr/>
          <a:lstStyle/>
          <a:p>
            <a:r>
              <a:rPr lang="en-US" dirty="0"/>
              <a:t>Any Queries?</a:t>
            </a:r>
          </a:p>
        </p:txBody>
      </p:sp>
    </p:spTree>
    <p:extLst>
      <p:ext uri="{BB962C8B-B14F-4D97-AF65-F5344CB8AC3E}">
        <p14:creationId xmlns:p14="http://schemas.microsoft.com/office/powerpoint/2010/main" val="34962598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E656F0BD-8277-48D3-8709-70EFB13260F1}"/>
              </a:ext>
            </a:extLst>
          </p:cNvPr>
          <p:cNvSpPr/>
          <p:nvPr/>
        </p:nvSpPr>
        <p:spPr>
          <a:xfrm>
            <a:off x="4623963" y="2967335"/>
            <a:ext cx="29440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756356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344</TotalTime>
  <Words>419</Words>
  <Application>Microsoft Office PowerPoint</Application>
  <PresentationFormat>Widescreen</PresentationFormat>
  <Paragraphs>96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Trebuchet MS</vt:lpstr>
      <vt:lpstr>Tw Cen MT</vt:lpstr>
      <vt:lpstr>Circuit</vt:lpstr>
      <vt:lpstr>Jntua college of engineering (Autonomous), pulivendula</vt:lpstr>
      <vt:lpstr>Regression of superconducting critical temperature</vt:lpstr>
      <vt:lpstr>Contents</vt:lpstr>
      <vt:lpstr>Introduction</vt:lpstr>
      <vt:lpstr>Existing System</vt:lpstr>
      <vt:lpstr>Proposed system</vt:lpstr>
      <vt:lpstr>Tasks Involved</vt:lpstr>
      <vt:lpstr>analysis</vt:lpstr>
      <vt:lpstr>Attribute information</vt:lpstr>
      <vt:lpstr>Gathering data</vt:lpstr>
      <vt:lpstr>Understanding correlations</vt:lpstr>
      <vt:lpstr>Reducing dimensions</vt:lpstr>
      <vt:lpstr>Benchmark model – Linear regression</vt:lpstr>
      <vt:lpstr>Evaluation metric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Previous model</vt:lpstr>
      <vt:lpstr>Adaboost </vt:lpstr>
      <vt:lpstr>Improved model</vt:lpstr>
      <vt:lpstr>PowerPoint Presentation</vt:lpstr>
      <vt:lpstr>PowerPoint Presentation</vt:lpstr>
      <vt:lpstr>conclusion</vt:lpstr>
      <vt:lpstr>Possible extensions</vt:lpstr>
      <vt:lpstr>Any Queries?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Jntua college of engineering, pulivendula</dc:title>
  <dc:creator>Harsha Praneeth</dc:creator>
  <cp:lastModifiedBy>Shonu 556</cp:lastModifiedBy>
  <cp:revision>32</cp:revision>
  <dcterms:created xsi:type="dcterms:W3CDTF">2019-02-19T06:36:31Z</dcterms:created>
  <dcterms:modified xsi:type="dcterms:W3CDTF">2019-04-28T15:43:31Z</dcterms:modified>
</cp:coreProperties>
</file>